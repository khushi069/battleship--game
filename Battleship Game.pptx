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9"/>
  </p:notesMasterIdLst>
  <p:sldIdLst>
    <p:sldId id="256" r:id="rId2"/>
    <p:sldId id="259" r:id="rId3"/>
    <p:sldId id="260" r:id="rId4"/>
    <p:sldId id="258" r:id="rId5"/>
    <p:sldId id="265" r:id="rId6"/>
    <p:sldId id="264" r:id="rId7"/>
    <p:sldId id="289" r:id="rId8"/>
  </p:sldIdLst>
  <p:sldSz cx="9144000" cy="5143500" type="screen16x9"/>
  <p:notesSz cx="6858000" cy="9144000"/>
  <p:embeddedFontLst>
    <p:embeddedFont>
      <p:font typeface="Bahnschrift" panose="020B0502040204020203" pitchFamily="34" charset="0"/>
      <p:regular r:id="rId10"/>
      <p:bold r:id="rId11"/>
    </p:embeddedFont>
    <p:embeddedFont>
      <p:font typeface="Cooper Black" panose="0208090404030B020404" pitchFamily="18" charset="0"/>
      <p:regular r:id="rId12"/>
    </p:embeddedFont>
    <p:embeddedFont>
      <p:font typeface="Georgia Pro Condensed" panose="020B0604020202020204" charset="0"/>
      <p:regular r:id="rId13"/>
    </p:embeddedFont>
    <p:embeddedFont>
      <p:font typeface="Helvetica World" panose="020B0604020202020204" charset="0"/>
      <p:regular r:id="rId14"/>
    </p:embeddedFont>
    <p:embeddedFont>
      <p:font typeface="Helvetica World Bold" panose="020B0604020202020204" charset="0"/>
      <p:regular r:id="rId15"/>
    </p:embeddedFont>
    <p:embeddedFont>
      <p:font typeface="Lato" panose="020F0502020204030203" pitchFamily="34" charset="0"/>
      <p:regular r:id="rId16"/>
      <p:bold r:id="rId17"/>
      <p:italic r:id="rId18"/>
      <p:boldItalic r:id="rId19"/>
    </p:embeddedFont>
    <p:embeddedFont>
      <p:font typeface="Titan One" panose="020B0604020202020204" charset="0"/>
      <p:regular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D8A8"/>
    <a:srgbClr val="62D8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4A9D68-D168-4A43-8F00-4AB43A4134E8}" v="3" dt="2025-11-08T15:52:53.227"/>
  </p1510:revLst>
</p1510:revInfo>
</file>

<file path=ppt/tableStyles.xml><?xml version="1.0" encoding="utf-8"?>
<a:tblStyleLst xmlns:a="http://schemas.openxmlformats.org/drawingml/2006/main" def="{5DC69E66-D0A9-4686-80E1-44593DBA9B74}">
  <a:tblStyle styleId="{5DC69E66-D0A9-4686-80E1-44593DBA9B7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heme" Target="theme/theme1.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103e3ef6f8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103e3ef6f8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103e3ef6f85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103e3ef6f85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067fa124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067fa124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bd6c00e730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bd6c00e730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7"/>
        <p:cNvGrpSpPr/>
        <p:nvPr/>
      </p:nvGrpSpPr>
      <p:grpSpPr>
        <a:xfrm>
          <a:off x="0" y="0"/>
          <a:ext cx="0" cy="0"/>
          <a:chOff x="0" y="0"/>
          <a:chExt cx="0" cy="0"/>
        </a:xfrm>
      </p:grpSpPr>
      <p:sp>
        <p:nvSpPr>
          <p:cNvPr id="1348" name="Google Shape;1348;g106c55043bd_0_19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9" name="Google Shape;1349;g106c55043bd_0_19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54850" y="615600"/>
            <a:ext cx="6834300" cy="1460700"/>
          </a:xfrm>
          <a:prstGeom prst="rect">
            <a:avLst/>
          </a:prstGeom>
        </p:spPr>
        <p:txBody>
          <a:bodyPr spcFirstLastPara="1" wrap="square" lIns="91425" tIns="0" rIns="91425" bIns="91425" anchor="t" anchorCtr="0">
            <a:noAutofit/>
          </a:bodyPr>
          <a:lstStyle>
            <a:lvl1pPr lvl="0" algn="ctr">
              <a:spcBef>
                <a:spcPts val="0"/>
              </a:spcBef>
              <a:spcAft>
                <a:spcPts val="0"/>
              </a:spcAft>
              <a:buClr>
                <a:srgbClr val="191919"/>
              </a:buClr>
              <a:buSzPts val="5200"/>
              <a:buNone/>
              <a:defRPr sz="48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307600" y="2069200"/>
            <a:ext cx="45288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6755" y="1882023"/>
            <a:ext cx="9146073" cy="1813246"/>
          </a:xfrm>
          <a:custGeom>
            <a:avLst/>
            <a:gdLst/>
            <a:ahLst/>
            <a:cxnLst/>
            <a:rect l="l" t="t" r="r" b="b"/>
            <a:pathLst>
              <a:path w="38420" h="7617" extrusionOk="0">
                <a:moveTo>
                  <a:pt x="2861" y="1"/>
                </a:moveTo>
                <a:cubicBezTo>
                  <a:pt x="2307" y="1"/>
                  <a:pt x="1823" y="328"/>
                  <a:pt x="1609" y="812"/>
                </a:cubicBezTo>
                <a:cubicBezTo>
                  <a:pt x="1438" y="627"/>
                  <a:pt x="1197" y="513"/>
                  <a:pt x="940" y="513"/>
                </a:cubicBezTo>
                <a:cubicBezTo>
                  <a:pt x="413" y="513"/>
                  <a:pt x="1" y="940"/>
                  <a:pt x="1" y="1467"/>
                </a:cubicBezTo>
                <a:lnTo>
                  <a:pt x="1" y="7617"/>
                </a:lnTo>
                <a:lnTo>
                  <a:pt x="38420" y="7617"/>
                </a:lnTo>
                <a:lnTo>
                  <a:pt x="38420" y="4457"/>
                </a:lnTo>
                <a:cubicBezTo>
                  <a:pt x="38420" y="3161"/>
                  <a:pt x="37366" y="2107"/>
                  <a:pt x="36071" y="2107"/>
                </a:cubicBezTo>
                <a:cubicBezTo>
                  <a:pt x="35231" y="2107"/>
                  <a:pt x="34506" y="2534"/>
                  <a:pt x="34092" y="3189"/>
                </a:cubicBezTo>
                <a:cubicBezTo>
                  <a:pt x="33822" y="2904"/>
                  <a:pt x="33424" y="2720"/>
                  <a:pt x="32997" y="2720"/>
                </a:cubicBezTo>
                <a:cubicBezTo>
                  <a:pt x="32257" y="2720"/>
                  <a:pt x="31644" y="3261"/>
                  <a:pt x="31530" y="3958"/>
                </a:cubicBezTo>
                <a:cubicBezTo>
                  <a:pt x="31431" y="3929"/>
                  <a:pt x="31331" y="3901"/>
                  <a:pt x="31217" y="3901"/>
                </a:cubicBezTo>
                <a:cubicBezTo>
                  <a:pt x="30818" y="3901"/>
                  <a:pt x="30477" y="4172"/>
                  <a:pt x="30349" y="4527"/>
                </a:cubicBezTo>
                <a:cubicBezTo>
                  <a:pt x="30150" y="4413"/>
                  <a:pt x="29922" y="4356"/>
                  <a:pt x="29680" y="4356"/>
                </a:cubicBezTo>
                <a:cubicBezTo>
                  <a:pt x="29053" y="4356"/>
                  <a:pt x="28527" y="4770"/>
                  <a:pt x="28370" y="5353"/>
                </a:cubicBezTo>
                <a:cubicBezTo>
                  <a:pt x="28157" y="5125"/>
                  <a:pt x="27858" y="4983"/>
                  <a:pt x="27531" y="4983"/>
                </a:cubicBezTo>
                <a:cubicBezTo>
                  <a:pt x="27487" y="4983"/>
                  <a:pt x="27430" y="4997"/>
                  <a:pt x="27388" y="4997"/>
                </a:cubicBezTo>
                <a:lnTo>
                  <a:pt x="27388" y="4884"/>
                </a:lnTo>
                <a:cubicBezTo>
                  <a:pt x="27388" y="4043"/>
                  <a:pt x="26705" y="3360"/>
                  <a:pt x="25865" y="3360"/>
                </a:cubicBezTo>
                <a:cubicBezTo>
                  <a:pt x="25225" y="3360"/>
                  <a:pt x="24669" y="3758"/>
                  <a:pt x="24456" y="4328"/>
                </a:cubicBezTo>
                <a:cubicBezTo>
                  <a:pt x="24270" y="4214"/>
                  <a:pt x="24043" y="4157"/>
                  <a:pt x="23815" y="4157"/>
                </a:cubicBezTo>
                <a:cubicBezTo>
                  <a:pt x="23659" y="4157"/>
                  <a:pt x="23517" y="4186"/>
                  <a:pt x="23374" y="4229"/>
                </a:cubicBezTo>
                <a:cubicBezTo>
                  <a:pt x="23388" y="4214"/>
                  <a:pt x="23388" y="4200"/>
                  <a:pt x="23388" y="4172"/>
                </a:cubicBezTo>
                <a:cubicBezTo>
                  <a:pt x="23388" y="3375"/>
                  <a:pt x="22733" y="2720"/>
                  <a:pt x="21922" y="2720"/>
                </a:cubicBezTo>
                <a:cubicBezTo>
                  <a:pt x="21253" y="2720"/>
                  <a:pt x="20683" y="3189"/>
                  <a:pt x="20527" y="3815"/>
                </a:cubicBezTo>
                <a:cubicBezTo>
                  <a:pt x="20342" y="3702"/>
                  <a:pt x="20142" y="3645"/>
                  <a:pt x="19929" y="3645"/>
                </a:cubicBezTo>
                <a:cubicBezTo>
                  <a:pt x="19303" y="3645"/>
                  <a:pt x="18804" y="4143"/>
                  <a:pt x="18791" y="4755"/>
                </a:cubicBezTo>
                <a:cubicBezTo>
                  <a:pt x="18463" y="4599"/>
                  <a:pt x="18093" y="4499"/>
                  <a:pt x="17709" y="4499"/>
                </a:cubicBezTo>
                <a:cubicBezTo>
                  <a:pt x="17225" y="4499"/>
                  <a:pt x="16783" y="4641"/>
                  <a:pt x="16399" y="4884"/>
                </a:cubicBezTo>
                <a:cubicBezTo>
                  <a:pt x="16228" y="4669"/>
                  <a:pt x="15957" y="4527"/>
                  <a:pt x="15659" y="4527"/>
                </a:cubicBezTo>
                <a:cubicBezTo>
                  <a:pt x="15232" y="4527"/>
                  <a:pt x="14875" y="4798"/>
                  <a:pt x="14733" y="5168"/>
                </a:cubicBezTo>
                <a:cubicBezTo>
                  <a:pt x="14492" y="5054"/>
                  <a:pt x="14221" y="4983"/>
                  <a:pt x="13936" y="4983"/>
                </a:cubicBezTo>
                <a:cubicBezTo>
                  <a:pt x="13794" y="4983"/>
                  <a:pt x="13666" y="5011"/>
                  <a:pt x="13537" y="5026"/>
                </a:cubicBezTo>
                <a:lnTo>
                  <a:pt x="13537" y="4926"/>
                </a:lnTo>
                <a:cubicBezTo>
                  <a:pt x="13537" y="4058"/>
                  <a:pt x="12826" y="3360"/>
                  <a:pt x="11972" y="3360"/>
                </a:cubicBezTo>
                <a:cubicBezTo>
                  <a:pt x="11231" y="3360"/>
                  <a:pt x="10620" y="3872"/>
                  <a:pt x="10449" y="4556"/>
                </a:cubicBezTo>
                <a:cubicBezTo>
                  <a:pt x="10164" y="4157"/>
                  <a:pt x="9694" y="3901"/>
                  <a:pt x="9182" y="3901"/>
                </a:cubicBezTo>
                <a:cubicBezTo>
                  <a:pt x="8982" y="3901"/>
                  <a:pt x="8783" y="3944"/>
                  <a:pt x="8612" y="4015"/>
                </a:cubicBezTo>
                <a:cubicBezTo>
                  <a:pt x="8641" y="3887"/>
                  <a:pt x="8656" y="3773"/>
                  <a:pt x="8656" y="3645"/>
                </a:cubicBezTo>
                <a:cubicBezTo>
                  <a:pt x="8656" y="2791"/>
                  <a:pt x="7972" y="2107"/>
                  <a:pt x="7132" y="2107"/>
                </a:cubicBezTo>
                <a:cubicBezTo>
                  <a:pt x="6606" y="2107"/>
                  <a:pt x="6150" y="2363"/>
                  <a:pt x="5879" y="2762"/>
                </a:cubicBezTo>
                <a:cubicBezTo>
                  <a:pt x="5723" y="2207"/>
                  <a:pt x="5211" y="1794"/>
                  <a:pt x="4613" y="1794"/>
                </a:cubicBezTo>
                <a:cubicBezTo>
                  <a:pt x="4427" y="1794"/>
                  <a:pt x="4256" y="1837"/>
                  <a:pt x="4100" y="1908"/>
                </a:cubicBezTo>
                <a:cubicBezTo>
                  <a:pt x="4171" y="1737"/>
                  <a:pt x="4214" y="1553"/>
                  <a:pt x="4214" y="1353"/>
                </a:cubicBezTo>
                <a:cubicBezTo>
                  <a:pt x="4214" y="613"/>
                  <a:pt x="3602" y="1"/>
                  <a:pt x="2861"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0" y="3330255"/>
            <a:ext cx="9144006" cy="1813244"/>
          </a:xfrm>
          <a:custGeom>
            <a:avLst/>
            <a:gdLst/>
            <a:ahLst/>
            <a:cxnLst/>
            <a:rect l="l" t="t" r="r" b="b"/>
            <a:pathLst>
              <a:path w="38421" h="11931" extrusionOk="0">
                <a:moveTo>
                  <a:pt x="21037" y="0"/>
                </a:moveTo>
                <a:cubicBezTo>
                  <a:pt x="20192" y="0"/>
                  <a:pt x="19354" y="22"/>
                  <a:pt x="18535" y="74"/>
                </a:cubicBezTo>
                <a:cubicBezTo>
                  <a:pt x="16257" y="216"/>
                  <a:pt x="14279" y="572"/>
                  <a:pt x="11901" y="600"/>
                </a:cubicBezTo>
                <a:cubicBezTo>
                  <a:pt x="11776" y="602"/>
                  <a:pt x="11652" y="603"/>
                  <a:pt x="11529" y="603"/>
                </a:cubicBezTo>
                <a:cubicBezTo>
                  <a:pt x="8684" y="603"/>
                  <a:pt x="6090" y="158"/>
                  <a:pt x="3227" y="158"/>
                </a:cubicBezTo>
                <a:cubicBezTo>
                  <a:pt x="3143" y="158"/>
                  <a:pt x="3060" y="159"/>
                  <a:pt x="2977" y="159"/>
                </a:cubicBezTo>
                <a:cubicBezTo>
                  <a:pt x="1895" y="173"/>
                  <a:pt x="898" y="245"/>
                  <a:pt x="1" y="372"/>
                </a:cubicBezTo>
                <a:lnTo>
                  <a:pt x="1" y="11931"/>
                </a:lnTo>
                <a:lnTo>
                  <a:pt x="38421" y="11931"/>
                </a:lnTo>
                <a:lnTo>
                  <a:pt x="38421" y="45"/>
                </a:lnTo>
                <a:cubicBezTo>
                  <a:pt x="38071" y="36"/>
                  <a:pt x="37720" y="31"/>
                  <a:pt x="37370" y="31"/>
                </a:cubicBezTo>
                <a:cubicBezTo>
                  <a:pt x="36679" y="31"/>
                  <a:pt x="35993" y="50"/>
                  <a:pt x="35331" y="88"/>
                </a:cubicBezTo>
                <a:cubicBezTo>
                  <a:pt x="33766" y="188"/>
                  <a:pt x="32314" y="387"/>
                  <a:pt x="30677" y="401"/>
                </a:cubicBezTo>
                <a:cubicBezTo>
                  <a:pt x="30521" y="404"/>
                  <a:pt x="30364" y="406"/>
                  <a:pt x="30208" y="406"/>
                </a:cubicBezTo>
                <a:cubicBezTo>
                  <a:pt x="29059" y="406"/>
                  <a:pt x="27922" y="320"/>
                  <a:pt x="26819" y="245"/>
                </a:cubicBezTo>
                <a:cubicBezTo>
                  <a:pt x="24954" y="115"/>
                  <a:pt x="22978"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0" y="4765525"/>
            <a:ext cx="9146043" cy="377972"/>
          </a:xfrm>
          <a:custGeom>
            <a:avLst/>
            <a:gdLst/>
            <a:ahLst/>
            <a:cxnLst/>
            <a:rect l="l" t="t" r="r" b="b"/>
            <a:pathLst>
              <a:path w="38434" h="5832" extrusionOk="0">
                <a:moveTo>
                  <a:pt x="3974" y="0"/>
                </a:moveTo>
                <a:cubicBezTo>
                  <a:pt x="2468" y="0"/>
                  <a:pt x="1146" y="66"/>
                  <a:pt x="0" y="166"/>
                </a:cubicBezTo>
                <a:lnTo>
                  <a:pt x="0" y="5831"/>
                </a:lnTo>
                <a:lnTo>
                  <a:pt x="38434" y="5831"/>
                </a:lnTo>
                <a:lnTo>
                  <a:pt x="38434" y="2187"/>
                </a:lnTo>
                <a:cubicBezTo>
                  <a:pt x="37628" y="2226"/>
                  <a:pt x="36759" y="2244"/>
                  <a:pt x="35836" y="2244"/>
                </a:cubicBezTo>
                <a:cubicBezTo>
                  <a:pt x="32715" y="2244"/>
                  <a:pt x="28983" y="2036"/>
                  <a:pt x="25039" y="1717"/>
                </a:cubicBezTo>
                <a:cubicBezTo>
                  <a:pt x="22079" y="1489"/>
                  <a:pt x="19018" y="1204"/>
                  <a:pt x="16000" y="919"/>
                </a:cubicBezTo>
                <a:cubicBezTo>
                  <a:pt x="13922" y="707"/>
                  <a:pt x="11872" y="507"/>
                  <a:pt x="9907" y="308"/>
                </a:cubicBezTo>
                <a:cubicBezTo>
                  <a:pt x="7678" y="87"/>
                  <a:pt x="5705" y="0"/>
                  <a:pt x="39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935521" y="3792369"/>
            <a:ext cx="285818" cy="33711"/>
          </a:xfrm>
          <a:custGeom>
            <a:avLst/>
            <a:gdLst/>
            <a:ahLst/>
            <a:cxnLst/>
            <a:rect l="l" t="t" r="r" b="b"/>
            <a:pathLst>
              <a:path w="2374" h="280" extrusionOk="0">
                <a:moveTo>
                  <a:pt x="1016" y="1"/>
                </a:moveTo>
                <a:cubicBezTo>
                  <a:pt x="867" y="1"/>
                  <a:pt x="730" y="40"/>
                  <a:pt x="583" y="95"/>
                </a:cubicBezTo>
                <a:cubicBezTo>
                  <a:pt x="384" y="167"/>
                  <a:pt x="213" y="252"/>
                  <a:pt x="0" y="252"/>
                </a:cubicBezTo>
                <a:cubicBezTo>
                  <a:pt x="57" y="271"/>
                  <a:pt x="115" y="279"/>
                  <a:pt x="174" y="279"/>
                </a:cubicBezTo>
                <a:cubicBezTo>
                  <a:pt x="292" y="279"/>
                  <a:pt x="412" y="247"/>
                  <a:pt x="526" y="209"/>
                </a:cubicBezTo>
                <a:cubicBezTo>
                  <a:pt x="712" y="155"/>
                  <a:pt x="871" y="109"/>
                  <a:pt x="1051" y="109"/>
                </a:cubicBezTo>
                <a:cubicBezTo>
                  <a:pt x="1106" y="109"/>
                  <a:pt x="1164" y="114"/>
                  <a:pt x="1225" y="124"/>
                </a:cubicBezTo>
                <a:cubicBezTo>
                  <a:pt x="1437" y="152"/>
                  <a:pt x="1637" y="209"/>
                  <a:pt x="1851" y="224"/>
                </a:cubicBezTo>
                <a:cubicBezTo>
                  <a:pt x="1881" y="226"/>
                  <a:pt x="1913" y="228"/>
                  <a:pt x="1947" y="228"/>
                </a:cubicBezTo>
                <a:cubicBezTo>
                  <a:pt x="2090" y="228"/>
                  <a:pt x="2256" y="199"/>
                  <a:pt x="2348" y="95"/>
                </a:cubicBezTo>
                <a:cubicBezTo>
                  <a:pt x="2374" y="70"/>
                  <a:pt x="2354" y="22"/>
                  <a:pt x="2329" y="22"/>
                </a:cubicBezTo>
                <a:cubicBezTo>
                  <a:pt x="2326" y="22"/>
                  <a:pt x="2323" y="23"/>
                  <a:pt x="2320" y="25"/>
                </a:cubicBezTo>
                <a:cubicBezTo>
                  <a:pt x="2221" y="53"/>
                  <a:pt x="2136" y="95"/>
                  <a:pt x="2050" y="110"/>
                </a:cubicBezTo>
                <a:cubicBezTo>
                  <a:pt x="2000" y="117"/>
                  <a:pt x="1950" y="120"/>
                  <a:pt x="1900" y="120"/>
                </a:cubicBezTo>
                <a:cubicBezTo>
                  <a:pt x="1851" y="120"/>
                  <a:pt x="1801" y="117"/>
                  <a:pt x="1751" y="110"/>
                </a:cubicBezTo>
                <a:cubicBezTo>
                  <a:pt x="1551" y="81"/>
                  <a:pt x="1352" y="25"/>
                  <a:pt x="1139" y="10"/>
                </a:cubicBezTo>
                <a:cubicBezTo>
                  <a:pt x="1097" y="4"/>
                  <a:pt x="1056" y="1"/>
                  <a:pt x="10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285697" y="4168116"/>
            <a:ext cx="792560" cy="68264"/>
          </a:xfrm>
          <a:custGeom>
            <a:avLst/>
            <a:gdLst/>
            <a:ahLst/>
            <a:cxnLst/>
            <a:rect l="l" t="t" r="r" b="b"/>
            <a:pathLst>
              <a:path w="6583" h="567" extrusionOk="0">
                <a:moveTo>
                  <a:pt x="6473" y="1"/>
                </a:moveTo>
                <a:cubicBezTo>
                  <a:pt x="6464" y="1"/>
                  <a:pt x="6456" y="3"/>
                  <a:pt x="6448" y="7"/>
                </a:cubicBezTo>
                <a:cubicBezTo>
                  <a:pt x="6278" y="106"/>
                  <a:pt x="6065" y="163"/>
                  <a:pt x="5879" y="206"/>
                </a:cubicBezTo>
                <a:cubicBezTo>
                  <a:pt x="5744" y="227"/>
                  <a:pt x="5600" y="240"/>
                  <a:pt x="5460" y="240"/>
                </a:cubicBezTo>
                <a:cubicBezTo>
                  <a:pt x="5409" y="240"/>
                  <a:pt x="5359" y="238"/>
                  <a:pt x="5310" y="234"/>
                </a:cubicBezTo>
                <a:cubicBezTo>
                  <a:pt x="4941" y="222"/>
                  <a:pt x="4583" y="188"/>
                  <a:pt x="4217" y="188"/>
                </a:cubicBezTo>
                <a:cubicBezTo>
                  <a:pt x="4159" y="188"/>
                  <a:pt x="4101" y="189"/>
                  <a:pt x="4043" y="191"/>
                </a:cubicBezTo>
                <a:cubicBezTo>
                  <a:pt x="3573" y="220"/>
                  <a:pt x="3104" y="320"/>
                  <a:pt x="2633" y="348"/>
                </a:cubicBezTo>
                <a:cubicBezTo>
                  <a:pt x="2546" y="353"/>
                  <a:pt x="2460" y="356"/>
                  <a:pt x="2375" y="356"/>
                </a:cubicBezTo>
                <a:cubicBezTo>
                  <a:pt x="2225" y="356"/>
                  <a:pt x="2076" y="347"/>
                  <a:pt x="1922" y="320"/>
                </a:cubicBezTo>
                <a:cubicBezTo>
                  <a:pt x="1709" y="291"/>
                  <a:pt x="1510" y="234"/>
                  <a:pt x="1295" y="177"/>
                </a:cubicBezTo>
                <a:cubicBezTo>
                  <a:pt x="1079" y="131"/>
                  <a:pt x="815" y="68"/>
                  <a:pt x="568" y="68"/>
                </a:cubicBezTo>
                <a:cubicBezTo>
                  <a:pt x="360" y="68"/>
                  <a:pt x="164" y="112"/>
                  <a:pt x="14" y="248"/>
                </a:cubicBezTo>
                <a:cubicBezTo>
                  <a:pt x="1" y="263"/>
                  <a:pt x="1" y="276"/>
                  <a:pt x="14" y="276"/>
                </a:cubicBezTo>
                <a:cubicBezTo>
                  <a:pt x="178" y="255"/>
                  <a:pt x="333" y="225"/>
                  <a:pt x="487" y="225"/>
                </a:cubicBezTo>
                <a:cubicBezTo>
                  <a:pt x="534" y="225"/>
                  <a:pt x="580" y="228"/>
                  <a:pt x="627" y="234"/>
                </a:cubicBezTo>
                <a:cubicBezTo>
                  <a:pt x="840" y="248"/>
                  <a:pt x="1054" y="305"/>
                  <a:pt x="1267" y="362"/>
                </a:cubicBezTo>
                <a:cubicBezTo>
                  <a:pt x="1466" y="419"/>
                  <a:pt x="1680" y="491"/>
                  <a:pt x="1893" y="519"/>
                </a:cubicBezTo>
                <a:cubicBezTo>
                  <a:pt x="2064" y="551"/>
                  <a:pt x="2242" y="567"/>
                  <a:pt x="2422" y="567"/>
                </a:cubicBezTo>
                <a:cubicBezTo>
                  <a:pt x="2483" y="567"/>
                  <a:pt x="2544" y="565"/>
                  <a:pt x="2605" y="561"/>
                </a:cubicBezTo>
                <a:cubicBezTo>
                  <a:pt x="3075" y="547"/>
                  <a:pt x="3545" y="447"/>
                  <a:pt x="4015" y="419"/>
                </a:cubicBezTo>
                <a:cubicBezTo>
                  <a:pt x="4098" y="413"/>
                  <a:pt x="4181" y="411"/>
                  <a:pt x="4265" y="411"/>
                </a:cubicBezTo>
                <a:cubicBezTo>
                  <a:pt x="4608" y="411"/>
                  <a:pt x="4952" y="450"/>
                  <a:pt x="5296" y="462"/>
                </a:cubicBezTo>
                <a:cubicBezTo>
                  <a:pt x="5524" y="462"/>
                  <a:pt x="5737" y="447"/>
                  <a:pt x="5964" y="405"/>
                </a:cubicBezTo>
                <a:cubicBezTo>
                  <a:pt x="6065" y="390"/>
                  <a:pt x="6164" y="362"/>
                  <a:pt x="6264" y="305"/>
                </a:cubicBezTo>
                <a:cubicBezTo>
                  <a:pt x="6363" y="263"/>
                  <a:pt x="6435" y="191"/>
                  <a:pt x="6534" y="120"/>
                </a:cubicBezTo>
                <a:cubicBezTo>
                  <a:pt x="6583" y="71"/>
                  <a:pt x="6526" y="1"/>
                  <a:pt x="64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070850" y="3743850"/>
            <a:ext cx="214423" cy="30340"/>
          </a:xfrm>
          <a:custGeom>
            <a:avLst/>
            <a:gdLst/>
            <a:ahLst/>
            <a:cxnLst/>
            <a:rect l="l" t="t" r="r" b="b"/>
            <a:pathLst>
              <a:path w="1781" h="252" extrusionOk="0">
                <a:moveTo>
                  <a:pt x="1752" y="0"/>
                </a:moveTo>
                <a:cubicBezTo>
                  <a:pt x="1581" y="29"/>
                  <a:pt x="1424" y="86"/>
                  <a:pt x="1268" y="143"/>
                </a:cubicBezTo>
                <a:cubicBezTo>
                  <a:pt x="1183" y="156"/>
                  <a:pt x="1097" y="200"/>
                  <a:pt x="1012" y="200"/>
                </a:cubicBezTo>
                <a:cubicBezTo>
                  <a:pt x="940" y="200"/>
                  <a:pt x="855" y="185"/>
                  <a:pt x="784" y="156"/>
                </a:cubicBezTo>
                <a:cubicBezTo>
                  <a:pt x="671" y="125"/>
                  <a:pt x="555" y="108"/>
                  <a:pt x="441" y="108"/>
                </a:cubicBezTo>
                <a:cubicBezTo>
                  <a:pt x="295" y="108"/>
                  <a:pt x="150" y="136"/>
                  <a:pt x="15" y="200"/>
                </a:cubicBezTo>
                <a:cubicBezTo>
                  <a:pt x="1" y="200"/>
                  <a:pt x="15" y="213"/>
                  <a:pt x="15" y="213"/>
                </a:cubicBezTo>
                <a:cubicBezTo>
                  <a:pt x="158" y="171"/>
                  <a:pt x="300" y="143"/>
                  <a:pt x="456" y="143"/>
                </a:cubicBezTo>
                <a:cubicBezTo>
                  <a:pt x="613" y="156"/>
                  <a:pt x="756" y="213"/>
                  <a:pt x="898" y="242"/>
                </a:cubicBezTo>
                <a:cubicBezTo>
                  <a:pt x="931" y="249"/>
                  <a:pt x="964" y="251"/>
                  <a:pt x="996" y="251"/>
                </a:cubicBezTo>
                <a:cubicBezTo>
                  <a:pt x="1100" y="251"/>
                  <a:pt x="1198" y="222"/>
                  <a:pt x="1297" y="200"/>
                </a:cubicBezTo>
                <a:cubicBezTo>
                  <a:pt x="1453" y="143"/>
                  <a:pt x="1610" y="100"/>
                  <a:pt x="1766" y="43"/>
                </a:cubicBezTo>
                <a:cubicBezTo>
                  <a:pt x="1780" y="29"/>
                  <a:pt x="1780" y="0"/>
                  <a:pt x="17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201959" y="4184856"/>
            <a:ext cx="186371" cy="34794"/>
          </a:xfrm>
          <a:custGeom>
            <a:avLst/>
            <a:gdLst/>
            <a:ahLst/>
            <a:cxnLst/>
            <a:rect l="l" t="t" r="r" b="b"/>
            <a:pathLst>
              <a:path w="1548" h="289" extrusionOk="0">
                <a:moveTo>
                  <a:pt x="318" y="0"/>
                </a:moveTo>
                <a:cubicBezTo>
                  <a:pt x="210" y="0"/>
                  <a:pt x="105" y="24"/>
                  <a:pt x="15" y="95"/>
                </a:cubicBezTo>
                <a:cubicBezTo>
                  <a:pt x="0" y="95"/>
                  <a:pt x="15" y="109"/>
                  <a:pt x="15" y="109"/>
                </a:cubicBezTo>
                <a:cubicBezTo>
                  <a:pt x="94" y="61"/>
                  <a:pt x="176" y="43"/>
                  <a:pt x="258" y="43"/>
                </a:cubicBezTo>
                <a:cubicBezTo>
                  <a:pt x="443" y="43"/>
                  <a:pt x="631" y="135"/>
                  <a:pt x="798" y="195"/>
                </a:cubicBezTo>
                <a:cubicBezTo>
                  <a:pt x="915" y="241"/>
                  <a:pt x="1066" y="288"/>
                  <a:pt x="1209" y="288"/>
                </a:cubicBezTo>
                <a:cubicBezTo>
                  <a:pt x="1327" y="288"/>
                  <a:pt x="1440" y="256"/>
                  <a:pt x="1524" y="166"/>
                </a:cubicBezTo>
                <a:cubicBezTo>
                  <a:pt x="1548" y="142"/>
                  <a:pt x="1532" y="89"/>
                  <a:pt x="1493" y="89"/>
                </a:cubicBezTo>
                <a:cubicBezTo>
                  <a:pt x="1485" y="89"/>
                  <a:pt x="1476" y="91"/>
                  <a:pt x="1467" y="95"/>
                </a:cubicBezTo>
                <a:cubicBezTo>
                  <a:pt x="1373" y="130"/>
                  <a:pt x="1279" y="156"/>
                  <a:pt x="1184" y="156"/>
                </a:cubicBezTo>
                <a:cubicBezTo>
                  <a:pt x="1165" y="156"/>
                  <a:pt x="1145" y="155"/>
                  <a:pt x="1126" y="152"/>
                </a:cubicBezTo>
                <a:cubicBezTo>
                  <a:pt x="983" y="138"/>
                  <a:pt x="855" y="95"/>
                  <a:pt x="712" y="67"/>
                </a:cubicBezTo>
                <a:cubicBezTo>
                  <a:pt x="587" y="36"/>
                  <a:pt x="450" y="0"/>
                  <a:pt x="3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7908221" y="4405294"/>
            <a:ext cx="285818" cy="33711"/>
          </a:xfrm>
          <a:custGeom>
            <a:avLst/>
            <a:gdLst/>
            <a:ahLst/>
            <a:cxnLst/>
            <a:rect l="l" t="t" r="r" b="b"/>
            <a:pathLst>
              <a:path w="2374" h="280" extrusionOk="0">
                <a:moveTo>
                  <a:pt x="1016" y="1"/>
                </a:moveTo>
                <a:cubicBezTo>
                  <a:pt x="867" y="1"/>
                  <a:pt x="730" y="40"/>
                  <a:pt x="583" y="95"/>
                </a:cubicBezTo>
                <a:cubicBezTo>
                  <a:pt x="384" y="167"/>
                  <a:pt x="213" y="252"/>
                  <a:pt x="0" y="252"/>
                </a:cubicBezTo>
                <a:cubicBezTo>
                  <a:pt x="57" y="271"/>
                  <a:pt x="115" y="279"/>
                  <a:pt x="174" y="279"/>
                </a:cubicBezTo>
                <a:cubicBezTo>
                  <a:pt x="292" y="279"/>
                  <a:pt x="412" y="247"/>
                  <a:pt x="526" y="209"/>
                </a:cubicBezTo>
                <a:cubicBezTo>
                  <a:pt x="712" y="155"/>
                  <a:pt x="871" y="109"/>
                  <a:pt x="1051" y="109"/>
                </a:cubicBezTo>
                <a:cubicBezTo>
                  <a:pt x="1106" y="109"/>
                  <a:pt x="1164" y="114"/>
                  <a:pt x="1225" y="124"/>
                </a:cubicBezTo>
                <a:cubicBezTo>
                  <a:pt x="1437" y="152"/>
                  <a:pt x="1637" y="209"/>
                  <a:pt x="1851" y="224"/>
                </a:cubicBezTo>
                <a:cubicBezTo>
                  <a:pt x="1881" y="226"/>
                  <a:pt x="1913" y="228"/>
                  <a:pt x="1947" y="228"/>
                </a:cubicBezTo>
                <a:cubicBezTo>
                  <a:pt x="2090" y="228"/>
                  <a:pt x="2256" y="199"/>
                  <a:pt x="2348" y="95"/>
                </a:cubicBezTo>
                <a:cubicBezTo>
                  <a:pt x="2374" y="70"/>
                  <a:pt x="2354" y="22"/>
                  <a:pt x="2329" y="22"/>
                </a:cubicBezTo>
                <a:cubicBezTo>
                  <a:pt x="2326" y="22"/>
                  <a:pt x="2323" y="23"/>
                  <a:pt x="2320" y="25"/>
                </a:cubicBezTo>
                <a:cubicBezTo>
                  <a:pt x="2221" y="53"/>
                  <a:pt x="2136" y="95"/>
                  <a:pt x="2050" y="110"/>
                </a:cubicBezTo>
                <a:cubicBezTo>
                  <a:pt x="2000" y="117"/>
                  <a:pt x="1950" y="120"/>
                  <a:pt x="1900" y="120"/>
                </a:cubicBezTo>
                <a:cubicBezTo>
                  <a:pt x="1851" y="120"/>
                  <a:pt x="1801" y="117"/>
                  <a:pt x="1751" y="110"/>
                </a:cubicBezTo>
                <a:cubicBezTo>
                  <a:pt x="1551" y="81"/>
                  <a:pt x="1352" y="25"/>
                  <a:pt x="1139" y="10"/>
                </a:cubicBezTo>
                <a:cubicBezTo>
                  <a:pt x="1097" y="4"/>
                  <a:pt x="1056" y="1"/>
                  <a:pt x="10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285271" y="4253007"/>
            <a:ext cx="285818" cy="33711"/>
          </a:xfrm>
          <a:custGeom>
            <a:avLst/>
            <a:gdLst/>
            <a:ahLst/>
            <a:cxnLst/>
            <a:rect l="l" t="t" r="r" b="b"/>
            <a:pathLst>
              <a:path w="2374" h="280" extrusionOk="0">
                <a:moveTo>
                  <a:pt x="1016" y="1"/>
                </a:moveTo>
                <a:cubicBezTo>
                  <a:pt x="867" y="1"/>
                  <a:pt x="730" y="40"/>
                  <a:pt x="583" y="95"/>
                </a:cubicBezTo>
                <a:cubicBezTo>
                  <a:pt x="384" y="167"/>
                  <a:pt x="213" y="252"/>
                  <a:pt x="0" y="252"/>
                </a:cubicBezTo>
                <a:cubicBezTo>
                  <a:pt x="57" y="271"/>
                  <a:pt x="115" y="279"/>
                  <a:pt x="174" y="279"/>
                </a:cubicBezTo>
                <a:cubicBezTo>
                  <a:pt x="292" y="279"/>
                  <a:pt x="412" y="247"/>
                  <a:pt x="526" y="209"/>
                </a:cubicBezTo>
                <a:cubicBezTo>
                  <a:pt x="712" y="155"/>
                  <a:pt x="871" y="109"/>
                  <a:pt x="1051" y="109"/>
                </a:cubicBezTo>
                <a:cubicBezTo>
                  <a:pt x="1106" y="109"/>
                  <a:pt x="1164" y="114"/>
                  <a:pt x="1225" y="124"/>
                </a:cubicBezTo>
                <a:cubicBezTo>
                  <a:pt x="1437" y="152"/>
                  <a:pt x="1637" y="209"/>
                  <a:pt x="1851" y="224"/>
                </a:cubicBezTo>
                <a:cubicBezTo>
                  <a:pt x="1881" y="226"/>
                  <a:pt x="1913" y="228"/>
                  <a:pt x="1947" y="228"/>
                </a:cubicBezTo>
                <a:cubicBezTo>
                  <a:pt x="2090" y="228"/>
                  <a:pt x="2256" y="199"/>
                  <a:pt x="2348" y="95"/>
                </a:cubicBezTo>
                <a:cubicBezTo>
                  <a:pt x="2374" y="70"/>
                  <a:pt x="2354" y="22"/>
                  <a:pt x="2329" y="22"/>
                </a:cubicBezTo>
                <a:cubicBezTo>
                  <a:pt x="2326" y="22"/>
                  <a:pt x="2323" y="23"/>
                  <a:pt x="2320" y="25"/>
                </a:cubicBezTo>
                <a:cubicBezTo>
                  <a:pt x="2221" y="53"/>
                  <a:pt x="2136" y="95"/>
                  <a:pt x="2050" y="110"/>
                </a:cubicBezTo>
                <a:cubicBezTo>
                  <a:pt x="2000" y="117"/>
                  <a:pt x="1950" y="120"/>
                  <a:pt x="1900" y="120"/>
                </a:cubicBezTo>
                <a:cubicBezTo>
                  <a:pt x="1851" y="120"/>
                  <a:pt x="1801" y="117"/>
                  <a:pt x="1751" y="110"/>
                </a:cubicBezTo>
                <a:cubicBezTo>
                  <a:pt x="1551" y="81"/>
                  <a:pt x="1352" y="25"/>
                  <a:pt x="1139" y="10"/>
                </a:cubicBezTo>
                <a:cubicBezTo>
                  <a:pt x="1097" y="4"/>
                  <a:pt x="1056" y="1"/>
                  <a:pt x="10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973000" y="3724899"/>
            <a:ext cx="698358" cy="68250"/>
          </a:xfrm>
          <a:custGeom>
            <a:avLst/>
            <a:gdLst/>
            <a:ahLst/>
            <a:cxnLst/>
            <a:rect l="l" t="t" r="r" b="b"/>
            <a:pathLst>
              <a:path w="6583" h="567" extrusionOk="0">
                <a:moveTo>
                  <a:pt x="6473" y="1"/>
                </a:moveTo>
                <a:cubicBezTo>
                  <a:pt x="6464" y="1"/>
                  <a:pt x="6456" y="3"/>
                  <a:pt x="6448" y="7"/>
                </a:cubicBezTo>
                <a:cubicBezTo>
                  <a:pt x="6278" y="106"/>
                  <a:pt x="6065" y="163"/>
                  <a:pt x="5879" y="206"/>
                </a:cubicBezTo>
                <a:cubicBezTo>
                  <a:pt x="5744" y="227"/>
                  <a:pt x="5600" y="240"/>
                  <a:pt x="5460" y="240"/>
                </a:cubicBezTo>
                <a:cubicBezTo>
                  <a:pt x="5409" y="240"/>
                  <a:pt x="5359" y="238"/>
                  <a:pt x="5310" y="234"/>
                </a:cubicBezTo>
                <a:cubicBezTo>
                  <a:pt x="4941" y="222"/>
                  <a:pt x="4583" y="188"/>
                  <a:pt x="4217" y="188"/>
                </a:cubicBezTo>
                <a:cubicBezTo>
                  <a:pt x="4159" y="188"/>
                  <a:pt x="4101" y="189"/>
                  <a:pt x="4043" y="191"/>
                </a:cubicBezTo>
                <a:cubicBezTo>
                  <a:pt x="3573" y="220"/>
                  <a:pt x="3104" y="320"/>
                  <a:pt x="2633" y="348"/>
                </a:cubicBezTo>
                <a:cubicBezTo>
                  <a:pt x="2546" y="353"/>
                  <a:pt x="2460" y="356"/>
                  <a:pt x="2375" y="356"/>
                </a:cubicBezTo>
                <a:cubicBezTo>
                  <a:pt x="2225" y="356"/>
                  <a:pt x="2076" y="347"/>
                  <a:pt x="1922" y="320"/>
                </a:cubicBezTo>
                <a:cubicBezTo>
                  <a:pt x="1709" y="291"/>
                  <a:pt x="1510" y="234"/>
                  <a:pt x="1295" y="177"/>
                </a:cubicBezTo>
                <a:cubicBezTo>
                  <a:pt x="1079" y="131"/>
                  <a:pt x="815" y="68"/>
                  <a:pt x="568" y="68"/>
                </a:cubicBezTo>
                <a:cubicBezTo>
                  <a:pt x="360" y="68"/>
                  <a:pt x="164" y="112"/>
                  <a:pt x="14" y="248"/>
                </a:cubicBezTo>
                <a:cubicBezTo>
                  <a:pt x="1" y="263"/>
                  <a:pt x="1" y="276"/>
                  <a:pt x="14" y="276"/>
                </a:cubicBezTo>
                <a:cubicBezTo>
                  <a:pt x="178" y="255"/>
                  <a:pt x="333" y="225"/>
                  <a:pt x="487" y="225"/>
                </a:cubicBezTo>
                <a:cubicBezTo>
                  <a:pt x="534" y="225"/>
                  <a:pt x="580" y="228"/>
                  <a:pt x="627" y="234"/>
                </a:cubicBezTo>
                <a:cubicBezTo>
                  <a:pt x="840" y="248"/>
                  <a:pt x="1054" y="305"/>
                  <a:pt x="1267" y="362"/>
                </a:cubicBezTo>
                <a:cubicBezTo>
                  <a:pt x="1466" y="419"/>
                  <a:pt x="1680" y="491"/>
                  <a:pt x="1893" y="519"/>
                </a:cubicBezTo>
                <a:cubicBezTo>
                  <a:pt x="2064" y="551"/>
                  <a:pt x="2242" y="567"/>
                  <a:pt x="2422" y="567"/>
                </a:cubicBezTo>
                <a:cubicBezTo>
                  <a:pt x="2483" y="567"/>
                  <a:pt x="2544" y="565"/>
                  <a:pt x="2605" y="561"/>
                </a:cubicBezTo>
                <a:cubicBezTo>
                  <a:pt x="3075" y="547"/>
                  <a:pt x="3545" y="447"/>
                  <a:pt x="4015" y="419"/>
                </a:cubicBezTo>
                <a:cubicBezTo>
                  <a:pt x="4098" y="413"/>
                  <a:pt x="4181" y="411"/>
                  <a:pt x="4265" y="411"/>
                </a:cubicBezTo>
                <a:cubicBezTo>
                  <a:pt x="4608" y="411"/>
                  <a:pt x="4952" y="450"/>
                  <a:pt x="5296" y="462"/>
                </a:cubicBezTo>
                <a:cubicBezTo>
                  <a:pt x="5524" y="462"/>
                  <a:pt x="5737" y="447"/>
                  <a:pt x="5964" y="405"/>
                </a:cubicBezTo>
                <a:cubicBezTo>
                  <a:pt x="6065" y="390"/>
                  <a:pt x="6164" y="362"/>
                  <a:pt x="6264" y="305"/>
                </a:cubicBezTo>
                <a:cubicBezTo>
                  <a:pt x="6363" y="263"/>
                  <a:pt x="6435" y="191"/>
                  <a:pt x="6534" y="120"/>
                </a:cubicBezTo>
                <a:cubicBezTo>
                  <a:pt x="6583" y="71"/>
                  <a:pt x="6526" y="1"/>
                  <a:pt x="64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3959009" y="3637868"/>
            <a:ext cx="186371" cy="34794"/>
          </a:xfrm>
          <a:custGeom>
            <a:avLst/>
            <a:gdLst/>
            <a:ahLst/>
            <a:cxnLst/>
            <a:rect l="l" t="t" r="r" b="b"/>
            <a:pathLst>
              <a:path w="1548" h="289" extrusionOk="0">
                <a:moveTo>
                  <a:pt x="318" y="0"/>
                </a:moveTo>
                <a:cubicBezTo>
                  <a:pt x="210" y="0"/>
                  <a:pt x="105" y="24"/>
                  <a:pt x="15" y="95"/>
                </a:cubicBezTo>
                <a:cubicBezTo>
                  <a:pt x="0" y="95"/>
                  <a:pt x="15" y="109"/>
                  <a:pt x="15" y="109"/>
                </a:cubicBezTo>
                <a:cubicBezTo>
                  <a:pt x="94" y="61"/>
                  <a:pt x="176" y="43"/>
                  <a:pt x="258" y="43"/>
                </a:cubicBezTo>
                <a:cubicBezTo>
                  <a:pt x="443" y="43"/>
                  <a:pt x="631" y="135"/>
                  <a:pt x="798" y="195"/>
                </a:cubicBezTo>
                <a:cubicBezTo>
                  <a:pt x="915" y="241"/>
                  <a:pt x="1066" y="288"/>
                  <a:pt x="1209" y="288"/>
                </a:cubicBezTo>
                <a:cubicBezTo>
                  <a:pt x="1327" y="288"/>
                  <a:pt x="1440" y="256"/>
                  <a:pt x="1524" y="166"/>
                </a:cubicBezTo>
                <a:cubicBezTo>
                  <a:pt x="1548" y="142"/>
                  <a:pt x="1532" y="89"/>
                  <a:pt x="1493" y="89"/>
                </a:cubicBezTo>
                <a:cubicBezTo>
                  <a:pt x="1485" y="89"/>
                  <a:pt x="1476" y="91"/>
                  <a:pt x="1467" y="95"/>
                </a:cubicBezTo>
                <a:cubicBezTo>
                  <a:pt x="1373" y="130"/>
                  <a:pt x="1279" y="156"/>
                  <a:pt x="1184" y="156"/>
                </a:cubicBezTo>
                <a:cubicBezTo>
                  <a:pt x="1165" y="156"/>
                  <a:pt x="1145" y="155"/>
                  <a:pt x="1126" y="152"/>
                </a:cubicBezTo>
                <a:cubicBezTo>
                  <a:pt x="983" y="138"/>
                  <a:pt x="855" y="95"/>
                  <a:pt x="712" y="67"/>
                </a:cubicBezTo>
                <a:cubicBezTo>
                  <a:pt x="587" y="36"/>
                  <a:pt x="450" y="0"/>
                  <a:pt x="3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250611" y="696195"/>
            <a:ext cx="1378985" cy="475804"/>
          </a:xfrm>
          <a:custGeom>
            <a:avLst/>
            <a:gdLst/>
            <a:ahLst/>
            <a:cxnLst/>
            <a:rect l="l" t="t" r="r" b="b"/>
            <a:pathLst>
              <a:path w="17602" h="6073" extrusionOk="0">
                <a:moveTo>
                  <a:pt x="12743" y="1"/>
                </a:moveTo>
                <a:cubicBezTo>
                  <a:pt x="11363" y="1"/>
                  <a:pt x="9722" y="1322"/>
                  <a:pt x="9930" y="3339"/>
                </a:cubicBezTo>
                <a:cubicBezTo>
                  <a:pt x="9600" y="1929"/>
                  <a:pt x="8848" y="1422"/>
                  <a:pt x="8026" y="1422"/>
                </a:cubicBezTo>
                <a:cubicBezTo>
                  <a:pt x="6617" y="1422"/>
                  <a:pt x="5002" y="2910"/>
                  <a:pt x="4948" y="3880"/>
                </a:cubicBezTo>
                <a:cubicBezTo>
                  <a:pt x="4845" y="3375"/>
                  <a:pt x="4505" y="3146"/>
                  <a:pt x="4115" y="3146"/>
                </a:cubicBezTo>
                <a:cubicBezTo>
                  <a:pt x="3485" y="3146"/>
                  <a:pt x="2724" y="3746"/>
                  <a:pt x="2627" y="4749"/>
                </a:cubicBezTo>
                <a:cubicBezTo>
                  <a:pt x="2493" y="4403"/>
                  <a:pt x="2191" y="4253"/>
                  <a:pt x="1843" y="4253"/>
                </a:cubicBezTo>
                <a:cubicBezTo>
                  <a:pt x="1044" y="4253"/>
                  <a:pt x="1" y="5042"/>
                  <a:pt x="179" y="6073"/>
                </a:cubicBezTo>
                <a:lnTo>
                  <a:pt x="15866" y="6073"/>
                </a:lnTo>
                <a:cubicBezTo>
                  <a:pt x="17601" y="4845"/>
                  <a:pt x="16791" y="2981"/>
                  <a:pt x="15352" y="2981"/>
                </a:cubicBezTo>
                <a:cubicBezTo>
                  <a:pt x="15056" y="2981"/>
                  <a:pt x="14733" y="3060"/>
                  <a:pt x="14400" y="3240"/>
                </a:cubicBezTo>
                <a:cubicBezTo>
                  <a:pt x="14897" y="953"/>
                  <a:pt x="13914" y="1"/>
                  <a:pt x="12743"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713100" y="1423925"/>
            <a:ext cx="4727700" cy="841800"/>
          </a:xfrm>
          <a:prstGeom prst="rect">
            <a:avLst/>
          </a:prstGeom>
        </p:spPr>
        <p:txBody>
          <a:bodyPr spcFirstLastPara="1" wrap="square" lIns="91425" tIns="0" rIns="91425" bIns="91425" anchor="t"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5" name="Google Shape;25;p3"/>
          <p:cNvSpPr txBox="1">
            <a:spLocks noGrp="1"/>
          </p:cNvSpPr>
          <p:nvPr>
            <p:ph type="title" idx="2" hasCustomPrompt="1"/>
          </p:nvPr>
        </p:nvSpPr>
        <p:spPr>
          <a:xfrm>
            <a:off x="713100" y="539400"/>
            <a:ext cx="1609200" cy="841800"/>
          </a:xfrm>
          <a:prstGeom prst="rect">
            <a:avLst/>
          </a:prstGeom>
        </p:spPr>
        <p:txBody>
          <a:bodyPr spcFirstLastPara="1" wrap="square" lIns="91425" tIns="0" rIns="91425" bIns="91425" anchor="t" anchorCtr="0">
            <a:noAutofit/>
          </a:bodyPr>
          <a:lstStyle>
            <a:lvl1pPr lvl="0" algn="l" rtl="0">
              <a:spcBef>
                <a:spcPts val="0"/>
              </a:spcBef>
              <a:spcAft>
                <a:spcPts val="0"/>
              </a:spcAft>
              <a:buSzPts val="6000"/>
              <a:buNone/>
              <a:defRPr sz="60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6" name="Google Shape;26;p3"/>
          <p:cNvSpPr txBox="1">
            <a:spLocks noGrp="1"/>
          </p:cNvSpPr>
          <p:nvPr>
            <p:ph type="subTitle" idx="1"/>
          </p:nvPr>
        </p:nvSpPr>
        <p:spPr>
          <a:xfrm>
            <a:off x="713100" y="2378575"/>
            <a:ext cx="4474500" cy="51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 name="Google Shape;27;p3"/>
          <p:cNvSpPr/>
          <p:nvPr/>
        </p:nvSpPr>
        <p:spPr>
          <a:xfrm flipH="1">
            <a:off x="-18780" y="2139273"/>
            <a:ext cx="9146073" cy="1813246"/>
          </a:xfrm>
          <a:custGeom>
            <a:avLst/>
            <a:gdLst/>
            <a:ahLst/>
            <a:cxnLst/>
            <a:rect l="l" t="t" r="r" b="b"/>
            <a:pathLst>
              <a:path w="38420" h="7617" extrusionOk="0">
                <a:moveTo>
                  <a:pt x="2861" y="1"/>
                </a:moveTo>
                <a:cubicBezTo>
                  <a:pt x="2307" y="1"/>
                  <a:pt x="1823" y="328"/>
                  <a:pt x="1609" y="812"/>
                </a:cubicBezTo>
                <a:cubicBezTo>
                  <a:pt x="1438" y="627"/>
                  <a:pt x="1197" y="513"/>
                  <a:pt x="940" y="513"/>
                </a:cubicBezTo>
                <a:cubicBezTo>
                  <a:pt x="413" y="513"/>
                  <a:pt x="1" y="940"/>
                  <a:pt x="1" y="1467"/>
                </a:cubicBezTo>
                <a:lnTo>
                  <a:pt x="1" y="7617"/>
                </a:lnTo>
                <a:lnTo>
                  <a:pt x="38420" y="7617"/>
                </a:lnTo>
                <a:lnTo>
                  <a:pt x="38420" y="4457"/>
                </a:lnTo>
                <a:cubicBezTo>
                  <a:pt x="38420" y="3161"/>
                  <a:pt x="37366" y="2107"/>
                  <a:pt x="36071" y="2107"/>
                </a:cubicBezTo>
                <a:cubicBezTo>
                  <a:pt x="35231" y="2107"/>
                  <a:pt x="34506" y="2534"/>
                  <a:pt x="34092" y="3189"/>
                </a:cubicBezTo>
                <a:cubicBezTo>
                  <a:pt x="33822" y="2904"/>
                  <a:pt x="33424" y="2720"/>
                  <a:pt x="32997" y="2720"/>
                </a:cubicBezTo>
                <a:cubicBezTo>
                  <a:pt x="32257" y="2720"/>
                  <a:pt x="31644" y="3261"/>
                  <a:pt x="31530" y="3958"/>
                </a:cubicBezTo>
                <a:cubicBezTo>
                  <a:pt x="31431" y="3929"/>
                  <a:pt x="31331" y="3901"/>
                  <a:pt x="31217" y="3901"/>
                </a:cubicBezTo>
                <a:cubicBezTo>
                  <a:pt x="30818" y="3901"/>
                  <a:pt x="30477" y="4172"/>
                  <a:pt x="30349" y="4527"/>
                </a:cubicBezTo>
                <a:cubicBezTo>
                  <a:pt x="30150" y="4413"/>
                  <a:pt x="29922" y="4356"/>
                  <a:pt x="29680" y="4356"/>
                </a:cubicBezTo>
                <a:cubicBezTo>
                  <a:pt x="29053" y="4356"/>
                  <a:pt x="28527" y="4770"/>
                  <a:pt x="28370" y="5353"/>
                </a:cubicBezTo>
                <a:cubicBezTo>
                  <a:pt x="28157" y="5125"/>
                  <a:pt x="27858" y="4983"/>
                  <a:pt x="27531" y="4983"/>
                </a:cubicBezTo>
                <a:cubicBezTo>
                  <a:pt x="27487" y="4983"/>
                  <a:pt x="27430" y="4997"/>
                  <a:pt x="27388" y="4997"/>
                </a:cubicBezTo>
                <a:lnTo>
                  <a:pt x="27388" y="4884"/>
                </a:lnTo>
                <a:cubicBezTo>
                  <a:pt x="27388" y="4043"/>
                  <a:pt x="26705" y="3360"/>
                  <a:pt x="25865" y="3360"/>
                </a:cubicBezTo>
                <a:cubicBezTo>
                  <a:pt x="25225" y="3360"/>
                  <a:pt x="24669" y="3758"/>
                  <a:pt x="24456" y="4328"/>
                </a:cubicBezTo>
                <a:cubicBezTo>
                  <a:pt x="24270" y="4214"/>
                  <a:pt x="24043" y="4157"/>
                  <a:pt x="23815" y="4157"/>
                </a:cubicBezTo>
                <a:cubicBezTo>
                  <a:pt x="23659" y="4157"/>
                  <a:pt x="23517" y="4186"/>
                  <a:pt x="23374" y="4229"/>
                </a:cubicBezTo>
                <a:cubicBezTo>
                  <a:pt x="23388" y="4214"/>
                  <a:pt x="23388" y="4200"/>
                  <a:pt x="23388" y="4172"/>
                </a:cubicBezTo>
                <a:cubicBezTo>
                  <a:pt x="23388" y="3375"/>
                  <a:pt x="22733" y="2720"/>
                  <a:pt x="21922" y="2720"/>
                </a:cubicBezTo>
                <a:cubicBezTo>
                  <a:pt x="21253" y="2720"/>
                  <a:pt x="20683" y="3189"/>
                  <a:pt x="20527" y="3815"/>
                </a:cubicBezTo>
                <a:cubicBezTo>
                  <a:pt x="20342" y="3702"/>
                  <a:pt x="20142" y="3645"/>
                  <a:pt x="19929" y="3645"/>
                </a:cubicBezTo>
                <a:cubicBezTo>
                  <a:pt x="19303" y="3645"/>
                  <a:pt x="18804" y="4143"/>
                  <a:pt x="18791" y="4755"/>
                </a:cubicBezTo>
                <a:cubicBezTo>
                  <a:pt x="18463" y="4599"/>
                  <a:pt x="18093" y="4499"/>
                  <a:pt x="17709" y="4499"/>
                </a:cubicBezTo>
                <a:cubicBezTo>
                  <a:pt x="17225" y="4499"/>
                  <a:pt x="16783" y="4641"/>
                  <a:pt x="16399" y="4884"/>
                </a:cubicBezTo>
                <a:cubicBezTo>
                  <a:pt x="16228" y="4669"/>
                  <a:pt x="15957" y="4527"/>
                  <a:pt x="15659" y="4527"/>
                </a:cubicBezTo>
                <a:cubicBezTo>
                  <a:pt x="15232" y="4527"/>
                  <a:pt x="14875" y="4798"/>
                  <a:pt x="14733" y="5168"/>
                </a:cubicBezTo>
                <a:cubicBezTo>
                  <a:pt x="14492" y="5054"/>
                  <a:pt x="14221" y="4983"/>
                  <a:pt x="13936" y="4983"/>
                </a:cubicBezTo>
                <a:cubicBezTo>
                  <a:pt x="13794" y="4983"/>
                  <a:pt x="13666" y="5011"/>
                  <a:pt x="13537" y="5026"/>
                </a:cubicBezTo>
                <a:lnTo>
                  <a:pt x="13537" y="4926"/>
                </a:lnTo>
                <a:cubicBezTo>
                  <a:pt x="13537" y="4058"/>
                  <a:pt x="12826" y="3360"/>
                  <a:pt x="11972" y="3360"/>
                </a:cubicBezTo>
                <a:cubicBezTo>
                  <a:pt x="11231" y="3360"/>
                  <a:pt x="10620" y="3872"/>
                  <a:pt x="10449" y="4556"/>
                </a:cubicBezTo>
                <a:cubicBezTo>
                  <a:pt x="10164" y="4157"/>
                  <a:pt x="9694" y="3901"/>
                  <a:pt x="9182" y="3901"/>
                </a:cubicBezTo>
                <a:cubicBezTo>
                  <a:pt x="8982" y="3901"/>
                  <a:pt x="8783" y="3944"/>
                  <a:pt x="8612" y="4015"/>
                </a:cubicBezTo>
                <a:cubicBezTo>
                  <a:pt x="8641" y="3887"/>
                  <a:pt x="8656" y="3773"/>
                  <a:pt x="8656" y="3645"/>
                </a:cubicBezTo>
                <a:cubicBezTo>
                  <a:pt x="8656" y="2791"/>
                  <a:pt x="7972" y="2107"/>
                  <a:pt x="7132" y="2107"/>
                </a:cubicBezTo>
                <a:cubicBezTo>
                  <a:pt x="6606" y="2107"/>
                  <a:pt x="6150" y="2363"/>
                  <a:pt x="5879" y="2762"/>
                </a:cubicBezTo>
                <a:cubicBezTo>
                  <a:pt x="5723" y="2207"/>
                  <a:pt x="5211" y="1794"/>
                  <a:pt x="4613" y="1794"/>
                </a:cubicBezTo>
                <a:cubicBezTo>
                  <a:pt x="4427" y="1794"/>
                  <a:pt x="4256" y="1837"/>
                  <a:pt x="4100" y="1908"/>
                </a:cubicBezTo>
                <a:cubicBezTo>
                  <a:pt x="4171" y="1737"/>
                  <a:pt x="4214" y="1553"/>
                  <a:pt x="4214" y="1353"/>
                </a:cubicBezTo>
                <a:cubicBezTo>
                  <a:pt x="4214" y="613"/>
                  <a:pt x="3602" y="1"/>
                  <a:pt x="2861"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0" y="3906977"/>
            <a:ext cx="9143991" cy="1236508"/>
          </a:xfrm>
          <a:custGeom>
            <a:avLst/>
            <a:gdLst/>
            <a:ahLst/>
            <a:cxnLst/>
            <a:rect l="l" t="t" r="r" b="b"/>
            <a:pathLst>
              <a:path w="57551" h="16414" extrusionOk="0">
                <a:moveTo>
                  <a:pt x="0" y="0"/>
                </a:moveTo>
                <a:lnTo>
                  <a:pt x="0" y="16413"/>
                </a:lnTo>
                <a:lnTo>
                  <a:pt x="57550" y="16413"/>
                </a:lnTo>
                <a:lnTo>
                  <a:pt x="57550" y="0"/>
                </a:lnTo>
                <a:close/>
              </a:path>
            </a:pathLst>
          </a:custGeom>
          <a:solidFill>
            <a:srgbClr val="FFDD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87724" y="3855897"/>
            <a:ext cx="9538233" cy="964254"/>
          </a:xfrm>
          <a:custGeom>
            <a:avLst/>
            <a:gdLst/>
            <a:ahLst/>
            <a:cxnLst/>
            <a:rect l="l" t="t" r="r" b="b"/>
            <a:pathLst>
              <a:path w="58506" h="8197" extrusionOk="0">
                <a:moveTo>
                  <a:pt x="1" y="1"/>
                </a:moveTo>
                <a:lnTo>
                  <a:pt x="1" y="2364"/>
                </a:lnTo>
                <a:cubicBezTo>
                  <a:pt x="1" y="2364"/>
                  <a:pt x="870" y="3744"/>
                  <a:pt x="3176" y="5069"/>
                </a:cubicBezTo>
                <a:cubicBezTo>
                  <a:pt x="5482" y="6392"/>
                  <a:pt x="8870" y="5609"/>
                  <a:pt x="13666" y="6449"/>
                </a:cubicBezTo>
                <a:cubicBezTo>
                  <a:pt x="17094" y="7051"/>
                  <a:pt x="18219" y="7404"/>
                  <a:pt x="19498" y="7404"/>
                </a:cubicBezTo>
                <a:cubicBezTo>
                  <a:pt x="20004" y="7404"/>
                  <a:pt x="20533" y="7349"/>
                  <a:pt x="21239" y="7232"/>
                </a:cubicBezTo>
                <a:cubicBezTo>
                  <a:pt x="21594" y="7171"/>
                  <a:pt x="21887" y="7145"/>
                  <a:pt x="22139" y="7145"/>
                </a:cubicBezTo>
                <a:cubicBezTo>
                  <a:pt x="23643" y="7145"/>
                  <a:pt x="23671" y="8088"/>
                  <a:pt x="26635" y="8185"/>
                </a:cubicBezTo>
                <a:cubicBezTo>
                  <a:pt x="26832" y="8193"/>
                  <a:pt x="27021" y="8196"/>
                  <a:pt x="27202" y="8196"/>
                </a:cubicBezTo>
                <a:cubicBezTo>
                  <a:pt x="30166" y="8196"/>
                  <a:pt x="30899" y="7230"/>
                  <a:pt x="32442" y="6264"/>
                </a:cubicBezTo>
                <a:cubicBezTo>
                  <a:pt x="32887" y="5986"/>
                  <a:pt x="33297" y="5890"/>
                  <a:pt x="33691" y="5890"/>
                </a:cubicBezTo>
                <a:cubicBezTo>
                  <a:pt x="34552" y="5890"/>
                  <a:pt x="35342" y="6345"/>
                  <a:pt x="36278" y="6345"/>
                </a:cubicBezTo>
                <a:cubicBezTo>
                  <a:pt x="36491" y="6345"/>
                  <a:pt x="36710" y="6322"/>
                  <a:pt x="36940" y="6264"/>
                </a:cubicBezTo>
                <a:cubicBezTo>
                  <a:pt x="38634" y="5851"/>
                  <a:pt x="38805" y="4528"/>
                  <a:pt x="40200" y="4528"/>
                </a:cubicBezTo>
                <a:cubicBezTo>
                  <a:pt x="40685" y="4528"/>
                  <a:pt x="41244" y="4541"/>
                  <a:pt x="41890" y="4541"/>
                </a:cubicBezTo>
                <a:cubicBezTo>
                  <a:pt x="43100" y="4541"/>
                  <a:pt x="44612" y="4493"/>
                  <a:pt x="46506" y="4214"/>
                </a:cubicBezTo>
                <a:cubicBezTo>
                  <a:pt x="49424" y="3801"/>
                  <a:pt x="57296" y="1580"/>
                  <a:pt x="58505" y="1"/>
                </a:cubicBezTo>
                <a:close/>
              </a:path>
            </a:pathLst>
          </a:custGeom>
          <a:solidFill>
            <a:srgbClr val="07C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3005890" y="4074696"/>
            <a:ext cx="548596" cy="41055"/>
          </a:xfrm>
          <a:custGeom>
            <a:avLst/>
            <a:gdLst/>
            <a:ahLst/>
            <a:cxnLst/>
            <a:rect l="l" t="t" r="r" b="b"/>
            <a:pathLst>
              <a:path w="3365" h="349" extrusionOk="0">
                <a:moveTo>
                  <a:pt x="3261" y="0"/>
                </a:moveTo>
                <a:cubicBezTo>
                  <a:pt x="3251" y="0"/>
                  <a:pt x="3241" y="2"/>
                  <a:pt x="3231" y="5"/>
                </a:cubicBezTo>
                <a:cubicBezTo>
                  <a:pt x="3031" y="100"/>
                  <a:pt x="2822" y="132"/>
                  <a:pt x="2609" y="132"/>
                </a:cubicBezTo>
                <a:cubicBezTo>
                  <a:pt x="2278" y="132"/>
                  <a:pt x="1938" y="55"/>
                  <a:pt x="1608" y="20"/>
                </a:cubicBezTo>
                <a:cubicBezTo>
                  <a:pt x="1538" y="13"/>
                  <a:pt x="1470" y="9"/>
                  <a:pt x="1401" y="9"/>
                </a:cubicBezTo>
                <a:cubicBezTo>
                  <a:pt x="1206" y="9"/>
                  <a:pt x="1016" y="38"/>
                  <a:pt x="826" y="91"/>
                </a:cubicBezTo>
                <a:cubicBezTo>
                  <a:pt x="555" y="176"/>
                  <a:pt x="285" y="261"/>
                  <a:pt x="14" y="333"/>
                </a:cubicBezTo>
                <a:cubicBezTo>
                  <a:pt x="0" y="333"/>
                  <a:pt x="14" y="347"/>
                  <a:pt x="14" y="347"/>
                </a:cubicBezTo>
                <a:cubicBezTo>
                  <a:pt x="30" y="348"/>
                  <a:pt x="47" y="348"/>
                  <a:pt x="63" y="348"/>
                </a:cubicBezTo>
                <a:cubicBezTo>
                  <a:pt x="319" y="348"/>
                  <a:pt x="585" y="243"/>
                  <a:pt x="826" y="176"/>
                </a:cubicBezTo>
                <a:cubicBezTo>
                  <a:pt x="1024" y="131"/>
                  <a:pt x="1211" y="104"/>
                  <a:pt x="1400" y="104"/>
                </a:cubicBezTo>
                <a:cubicBezTo>
                  <a:pt x="1511" y="104"/>
                  <a:pt x="1622" y="113"/>
                  <a:pt x="1737" y="134"/>
                </a:cubicBezTo>
                <a:cubicBezTo>
                  <a:pt x="2022" y="176"/>
                  <a:pt x="2292" y="290"/>
                  <a:pt x="2576" y="305"/>
                </a:cubicBezTo>
                <a:cubicBezTo>
                  <a:pt x="2612" y="307"/>
                  <a:pt x="2648" y="308"/>
                  <a:pt x="2684" y="308"/>
                </a:cubicBezTo>
                <a:cubicBezTo>
                  <a:pt x="2906" y="308"/>
                  <a:pt x="3131" y="266"/>
                  <a:pt x="3303" y="119"/>
                </a:cubicBezTo>
                <a:cubicBezTo>
                  <a:pt x="3365" y="82"/>
                  <a:pt x="3328" y="0"/>
                  <a:pt x="3261" y="0"/>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4128988" y="4103281"/>
            <a:ext cx="611689" cy="52465"/>
          </a:xfrm>
          <a:custGeom>
            <a:avLst/>
            <a:gdLst/>
            <a:ahLst/>
            <a:cxnLst/>
            <a:rect l="l" t="t" r="r" b="b"/>
            <a:pathLst>
              <a:path w="3752" h="446" extrusionOk="0">
                <a:moveTo>
                  <a:pt x="1945" y="1"/>
                </a:moveTo>
                <a:cubicBezTo>
                  <a:pt x="1890" y="1"/>
                  <a:pt x="1835" y="2"/>
                  <a:pt x="1780" y="5"/>
                </a:cubicBezTo>
                <a:cubicBezTo>
                  <a:pt x="1467" y="5"/>
                  <a:pt x="1168" y="33"/>
                  <a:pt x="869" y="104"/>
                </a:cubicBezTo>
                <a:cubicBezTo>
                  <a:pt x="555" y="176"/>
                  <a:pt x="286" y="303"/>
                  <a:pt x="1" y="432"/>
                </a:cubicBezTo>
                <a:lnTo>
                  <a:pt x="1" y="445"/>
                </a:lnTo>
                <a:cubicBezTo>
                  <a:pt x="299" y="332"/>
                  <a:pt x="612" y="289"/>
                  <a:pt x="926" y="232"/>
                </a:cubicBezTo>
                <a:cubicBezTo>
                  <a:pt x="1239" y="176"/>
                  <a:pt x="1567" y="161"/>
                  <a:pt x="1880" y="161"/>
                </a:cubicBezTo>
                <a:cubicBezTo>
                  <a:pt x="2207" y="161"/>
                  <a:pt x="2520" y="204"/>
                  <a:pt x="2819" y="275"/>
                </a:cubicBezTo>
                <a:cubicBezTo>
                  <a:pt x="2989" y="307"/>
                  <a:pt x="3158" y="344"/>
                  <a:pt x="3326" y="344"/>
                </a:cubicBezTo>
                <a:cubicBezTo>
                  <a:pt x="3453" y="344"/>
                  <a:pt x="3579" y="323"/>
                  <a:pt x="3702" y="261"/>
                </a:cubicBezTo>
                <a:cubicBezTo>
                  <a:pt x="3752" y="223"/>
                  <a:pt x="3725" y="142"/>
                  <a:pt x="3670" y="142"/>
                </a:cubicBezTo>
                <a:cubicBezTo>
                  <a:pt x="3662" y="142"/>
                  <a:pt x="3654" y="144"/>
                  <a:pt x="3645" y="147"/>
                </a:cubicBezTo>
                <a:cubicBezTo>
                  <a:pt x="3562" y="171"/>
                  <a:pt x="3477" y="180"/>
                  <a:pt x="3390" y="180"/>
                </a:cubicBezTo>
                <a:cubicBezTo>
                  <a:pt x="3166" y="180"/>
                  <a:pt x="2936" y="116"/>
                  <a:pt x="2719" y="75"/>
                </a:cubicBezTo>
                <a:cubicBezTo>
                  <a:pt x="2461" y="28"/>
                  <a:pt x="2203" y="1"/>
                  <a:pt x="1945" y="1"/>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4964505" y="4091635"/>
            <a:ext cx="587234" cy="54112"/>
          </a:xfrm>
          <a:custGeom>
            <a:avLst/>
            <a:gdLst/>
            <a:ahLst/>
            <a:cxnLst/>
            <a:rect l="l" t="t" r="r" b="b"/>
            <a:pathLst>
              <a:path w="3602" h="460" extrusionOk="0">
                <a:moveTo>
                  <a:pt x="1666" y="1"/>
                </a:moveTo>
                <a:cubicBezTo>
                  <a:pt x="1405" y="1"/>
                  <a:pt x="1145" y="41"/>
                  <a:pt x="897" y="104"/>
                </a:cubicBezTo>
                <a:cubicBezTo>
                  <a:pt x="741" y="146"/>
                  <a:pt x="583" y="174"/>
                  <a:pt x="441" y="246"/>
                </a:cubicBezTo>
                <a:cubicBezTo>
                  <a:pt x="299" y="303"/>
                  <a:pt x="156" y="374"/>
                  <a:pt x="14" y="431"/>
                </a:cubicBezTo>
                <a:cubicBezTo>
                  <a:pt x="0" y="445"/>
                  <a:pt x="0" y="459"/>
                  <a:pt x="14" y="459"/>
                </a:cubicBezTo>
                <a:cubicBezTo>
                  <a:pt x="171" y="417"/>
                  <a:pt x="327" y="388"/>
                  <a:pt x="484" y="360"/>
                </a:cubicBezTo>
                <a:cubicBezTo>
                  <a:pt x="627" y="331"/>
                  <a:pt x="783" y="288"/>
                  <a:pt x="940" y="246"/>
                </a:cubicBezTo>
                <a:cubicBezTo>
                  <a:pt x="1187" y="187"/>
                  <a:pt x="1445" y="157"/>
                  <a:pt x="1704" y="157"/>
                </a:cubicBezTo>
                <a:cubicBezTo>
                  <a:pt x="1757" y="157"/>
                  <a:pt x="1811" y="158"/>
                  <a:pt x="1865" y="161"/>
                </a:cubicBezTo>
                <a:cubicBezTo>
                  <a:pt x="2218" y="188"/>
                  <a:pt x="2613" y="307"/>
                  <a:pt x="2992" y="307"/>
                </a:cubicBezTo>
                <a:cubicBezTo>
                  <a:pt x="3193" y="307"/>
                  <a:pt x="3390" y="273"/>
                  <a:pt x="3573" y="174"/>
                </a:cubicBezTo>
                <a:cubicBezTo>
                  <a:pt x="3601" y="161"/>
                  <a:pt x="3588" y="117"/>
                  <a:pt x="3559" y="117"/>
                </a:cubicBezTo>
                <a:cubicBezTo>
                  <a:pt x="3409" y="139"/>
                  <a:pt x="3260" y="150"/>
                  <a:pt x="3110" y="150"/>
                </a:cubicBezTo>
                <a:cubicBezTo>
                  <a:pt x="2961" y="150"/>
                  <a:pt x="2811" y="139"/>
                  <a:pt x="2662" y="117"/>
                </a:cubicBezTo>
                <a:cubicBezTo>
                  <a:pt x="2363" y="75"/>
                  <a:pt x="2079" y="18"/>
                  <a:pt x="1779" y="4"/>
                </a:cubicBezTo>
                <a:cubicBezTo>
                  <a:pt x="1742" y="2"/>
                  <a:pt x="1704" y="1"/>
                  <a:pt x="1666" y="1"/>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5767416" y="3978119"/>
            <a:ext cx="661413" cy="39643"/>
          </a:xfrm>
          <a:custGeom>
            <a:avLst/>
            <a:gdLst/>
            <a:ahLst/>
            <a:cxnLst/>
            <a:rect l="l" t="t" r="r" b="b"/>
            <a:pathLst>
              <a:path w="4057" h="337" extrusionOk="0">
                <a:moveTo>
                  <a:pt x="2975" y="1"/>
                </a:moveTo>
                <a:cubicBezTo>
                  <a:pt x="2633" y="1"/>
                  <a:pt x="2335" y="158"/>
                  <a:pt x="1993" y="186"/>
                </a:cubicBezTo>
                <a:cubicBezTo>
                  <a:pt x="1978" y="187"/>
                  <a:pt x="1962" y="187"/>
                  <a:pt x="1946" y="187"/>
                </a:cubicBezTo>
                <a:cubicBezTo>
                  <a:pt x="1654" y="187"/>
                  <a:pt x="1381" y="82"/>
                  <a:pt x="1090" y="82"/>
                </a:cubicBezTo>
                <a:cubicBezTo>
                  <a:pt x="1059" y="82"/>
                  <a:pt x="1028" y="83"/>
                  <a:pt x="997" y="86"/>
                </a:cubicBezTo>
                <a:cubicBezTo>
                  <a:pt x="655" y="129"/>
                  <a:pt x="342" y="272"/>
                  <a:pt x="14" y="314"/>
                </a:cubicBezTo>
                <a:lnTo>
                  <a:pt x="1" y="314"/>
                </a:lnTo>
                <a:cubicBezTo>
                  <a:pt x="79" y="330"/>
                  <a:pt x="157" y="337"/>
                  <a:pt x="234" y="337"/>
                </a:cubicBezTo>
                <a:cubicBezTo>
                  <a:pt x="492" y="337"/>
                  <a:pt x="744" y="262"/>
                  <a:pt x="997" y="228"/>
                </a:cubicBezTo>
                <a:cubicBezTo>
                  <a:pt x="1028" y="226"/>
                  <a:pt x="1059" y="225"/>
                  <a:pt x="1090" y="225"/>
                </a:cubicBezTo>
                <a:cubicBezTo>
                  <a:pt x="1381" y="225"/>
                  <a:pt x="1654" y="329"/>
                  <a:pt x="1946" y="329"/>
                </a:cubicBezTo>
                <a:cubicBezTo>
                  <a:pt x="1962" y="329"/>
                  <a:pt x="1978" y="329"/>
                  <a:pt x="1993" y="329"/>
                </a:cubicBezTo>
                <a:cubicBezTo>
                  <a:pt x="2321" y="314"/>
                  <a:pt x="2622" y="157"/>
                  <a:pt x="2934" y="157"/>
                </a:cubicBezTo>
                <a:cubicBezTo>
                  <a:pt x="2948" y="157"/>
                  <a:pt x="2962" y="157"/>
                  <a:pt x="2975" y="158"/>
                </a:cubicBezTo>
                <a:cubicBezTo>
                  <a:pt x="3257" y="158"/>
                  <a:pt x="3540" y="274"/>
                  <a:pt x="3814" y="274"/>
                </a:cubicBezTo>
                <a:cubicBezTo>
                  <a:pt x="3872" y="274"/>
                  <a:pt x="3929" y="269"/>
                  <a:pt x="3986" y="257"/>
                </a:cubicBezTo>
                <a:cubicBezTo>
                  <a:pt x="4057" y="228"/>
                  <a:pt x="4028" y="143"/>
                  <a:pt x="3971" y="143"/>
                </a:cubicBezTo>
                <a:cubicBezTo>
                  <a:pt x="3787" y="129"/>
                  <a:pt x="3616" y="101"/>
                  <a:pt x="3445" y="72"/>
                </a:cubicBezTo>
                <a:cubicBezTo>
                  <a:pt x="3288" y="44"/>
                  <a:pt x="3132" y="15"/>
                  <a:pt x="2975" y="1"/>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6486858" y="4013879"/>
            <a:ext cx="387033" cy="32938"/>
          </a:xfrm>
          <a:custGeom>
            <a:avLst/>
            <a:gdLst/>
            <a:ahLst/>
            <a:cxnLst/>
            <a:rect l="l" t="t" r="r" b="b"/>
            <a:pathLst>
              <a:path w="2374" h="280" extrusionOk="0">
                <a:moveTo>
                  <a:pt x="1016" y="1"/>
                </a:moveTo>
                <a:cubicBezTo>
                  <a:pt x="867" y="1"/>
                  <a:pt x="730" y="40"/>
                  <a:pt x="583" y="95"/>
                </a:cubicBezTo>
                <a:cubicBezTo>
                  <a:pt x="384" y="167"/>
                  <a:pt x="213" y="252"/>
                  <a:pt x="0" y="252"/>
                </a:cubicBezTo>
                <a:cubicBezTo>
                  <a:pt x="57" y="271"/>
                  <a:pt x="115" y="279"/>
                  <a:pt x="174" y="279"/>
                </a:cubicBezTo>
                <a:cubicBezTo>
                  <a:pt x="292" y="279"/>
                  <a:pt x="412" y="247"/>
                  <a:pt x="526" y="209"/>
                </a:cubicBezTo>
                <a:cubicBezTo>
                  <a:pt x="712" y="155"/>
                  <a:pt x="871" y="109"/>
                  <a:pt x="1051" y="109"/>
                </a:cubicBezTo>
                <a:cubicBezTo>
                  <a:pt x="1106" y="109"/>
                  <a:pt x="1164" y="114"/>
                  <a:pt x="1225" y="124"/>
                </a:cubicBezTo>
                <a:cubicBezTo>
                  <a:pt x="1437" y="152"/>
                  <a:pt x="1637" y="209"/>
                  <a:pt x="1851" y="224"/>
                </a:cubicBezTo>
                <a:cubicBezTo>
                  <a:pt x="1881" y="226"/>
                  <a:pt x="1913" y="228"/>
                  <a:pt x="1947" y="228"/>
                </a:cubicBezTo>
                <a:cubicBezTo>
                  <a:pt x="2090" y="228"/>
                  <a:pt x="2256" y="199"/>
                  <a:pt x="2348" y="95"/>
                </a:cubicBezTo>
                <a:cubicBezTo>
                  <a:pt x="2374" y="70"/>
                  <a:pt x="2354" y="22"/>
                  <a:pt x="2329" y="22"/>
                </a:cubicBezTo>
                <a:cubicBezTo>
                  <a:pt x="2326" y="22"/>
                  <a:pt x="2323" y="23"/>
                  <a:pt x="2320" y="25"/>
                </a:cubicBezTo>
                <a:cubicBezTo>
                  <a:pt x="2221" y="53"/>
                  <a:pt x="2136" y="95"/>
                  <a:pt x="2050" y="110"/>
                </a:cubicBezTo>
                <a:cubicBezTo>
                  <a:pt x="2000" y="117"/>
                  <a:pt x="1950" y="120"/>
                  <a:pt x="1900" y="120"/>
                </a:cubicBezTo>
                <a:cubicBezTo>
                  <a:pt x="1851" y="120"/>
                  <a:pt x="1801" y="117"/>
                  <a:pt x="1751" y="110"/>
                </a:cubicBezTo>
                <a:cubicBezTo>
                  <a:pt x="1551" y="81"/>
                  <a:pt x="1352" y="25"/>
                  <a:pt x="1139" y="10"/>
                </a:cubicBezTo>
                <a:cubicBezTo>
                  <a:pt x="1097" y="4"/>
                  <a:pt x="1056" y="1"/>
                  <a:pt x="1016" y="1"/>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2852644" y="3996117"/>
            <a:ext cx="343667" cy="27409"/>
          </a:xfrm>
          <a:custGeom>
            <a:avLst/>
            <a:gdLst/>
            <a:ahLst/>
            <a:cxnLst/>
            <a:rect l="l" t="t" r="r" b="b"/>
            <a:pathLst>
              <a:path w="2108" h="233" extrusionOk="0">
                <a:moveTo>
                  <a:pt x="2020" y="1"/>
                </a:moveTo>
                <a:cubicBezTo>
                  <a:pt x="1940" y="1"/>
                  <a:pt x="1860" y="21"/>
                  <a:pt x="1780" y="33"/>
                </a:cubicBezTo>
                <a:cubicBezTo>
                  <a:pt x="1681" y="62"/>
                  <a:pt x="1580" y="75"/>
                  <a:pt x="1481" y="90"/>
                </a:cubicBezTo>
                <a:cubicBezTo>
                  <a:pt x="1331" y="113"/>
                  <a:pt x="1172" y="155"/>
                  <a:pt x="1019" y="155"/>
                </a:cubicBezTo>
                <a:cubicBezTo>
                  <a:pt x="983" y="155"/>
                  <a:pt x="947" y="152"/>
                  <a:pt x="912" y="147"/>
                </a:cubicBezTo>
                <a:cubicBezTo>
                  <a:pt x="741" y="119"/>
                  <a:pt x="599" y="47"/>
                  <a:pt x="428" y="47"/>
                </a:cubicBezTo>
                <a:cubicBezTo>
                  <a:pt x="271" y="47"/>
                  <a:pt x="100" y="75"/>
                  <a:pt x="1" y="189"/>
                </a:cubicBezTo>
                <a:cubicBezTo>
                  <a:pt x="154" y="177"/>
                  <a:pt x="284" y="130"/>
                  <a:pt x="431" y="130"/>
                </a:cubicBezTo>
                <a:cubicBezTo>
                  <a:pt x="449" y="130"/>
                  <a:pt x="467" y="131"/>
                  <a:pt x="485" y="132"/>
                </a:cubicBezTo>
                <a:cubicBezTo>
                  <a:pt x="669" y="147"/>
                  <a:pt x="826" y="232"/>
                  <a:pt x="1011" y="232"/>
                </a:cubicBezTo>
                <a:cubicBezTo>
                  <a:pt x="1182" y="232"/>
                  <a:pt x="1353" y="189"/>
                  <a:pt x="1523" y="147"/>
                </a:cubicBezTo>
                <a:cubicBezTo>
                  <a:pt x="1609" y="132"/>
                  <a:pt x="1709" y="119"/>
                  <a:pt x="1794" y="104"/>
                </a:cubicBezTo>
                <a:cubicBezTo>
                  <a:pt x="1893" y="90"/>
                  <a:pt x="1994" y="75"/>
                  <a:pt x="2093" y="47"/>
                </a:cubicBezTo>
                <a:cubicBezTo>
                  <a:pt x="2108" y="33"/>
                  <a:pt x="2108" y="5"/>
                  <a:pt x="2079" y="5"/>
                </a:cubicBezTo>
                <a:cubicBezTo>
                  <a:pt x="2059" y="2"/>
                  <a:pt x="2040" y="1"/>
                  <a:pt x="2020" y="1"/>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3158973" y="4350900"/>
            <a:ext cx="967257" cy="72110"/>
          </a:xfrm>
          <a:custGeom>
            <a:avLst/>
            <a:gdLst/>
            <a:ahLst/>
            <a:cxnLst/>
            <a:rect l="l" t="t" r="r" b="b"/>
            <a:pathLst>
              <a:path w="5933" h="613" extrusionOk="0">
                <a:moveTo>
                  <a:pt x="4980" y="1"/>
                </a:moveTo>
                <a:cubicBezTo>
                  <a:pt x="4893" y="1"/>
                  <a:pt x="4808" y="3"/>
                  <a:pt x="4727" y="6"/>
                </a:cubicBezTo>
                <a:cubicBezTo>
                  <a:pt x="4328" y="35"/>
                  <a:pt x="3943" y="120"/>
                  <a:pt x="3573" y="276"/>
                </a:cubicBezTo>
                <a:cubicBezTo>
                  <a:pt x="3405" y="337"/>
                  <a:pt x="3257" y="397"/>
                  <a:pt x="3087" y="397"/>
                </a:cubicBezTo>
                <a:cubicBezTo>
                  <a:pt x="3055" y="397"/>
                  <a:pt x="3023" y="395"/>
                  <a:pt x="2990" y="390"/>
                </a:cubicBezTo>
                <a:cubicBezTo>
                  <a:pt x="2776" y="377"/>
                  <a:pt x="2577" y="305"/>
                  <a:pt x="2364" y="248"/>
                </a:cubicBezTo>
                <a:cubicBezTo>
                  <a:pt x="2006" y="156"/>
                  <a:pt x="1612" y="76"/>
                  <a:pt x="1239" y="76"/>
                </a:cubicBezTo>
                <a:cubicBezTo>
                  <a:pt x="1210" y="76"/>
                  <a:pt x="1182" y="76"/>
                  <a:pt x="1153" y="77"/>
                </a:cubicBezTo>
                <a:cubicBezTo>
                  <a:pt x="954" y="77"/>
                  <a:pt x="755" y="120"/>
                  <a:pt x="555" y="177"/>
                </a:cubicBezTo>
                <a:cubicBezTo>
                  <a:pt x="371" y="219"/>
                  <a:pt x="172" y="305"/>
                  <a:pt x="14" y="434"/>
                </a:cubicBezTo>
                <a:cubicBezTo>
                  <a:pt x="1" y="434"/>
                  <a:pt x="1" y="447"/>
                  <a:pt x="14" y="447"/>
                </a:cubicBezTo>
                <a:cubicBezTo>
                  <a:pt x="308" y="289"/>
                  <a:pt x="623" y="213"/>
                  <a:pt x="949" y="213"/>
                </a:cubicBezTo>
                <a:cubicBezTo>
                  <a:pt x="1003" y="213"/>
                  <a:pt x="1057" y="215"/>
                  <a:pt x="1111" y="219"/>
                </a:cubicBezTo>
                <a:cubicBezTo>
                  <a:pt x="1523" y="248"/>
                  <a:pt x="1908" y="333"/>
                  <a:pt x="2307" y="447"/>
                </a:cubicBezTo>
                <a:cubicBezTo>
                  <a:pt x="2572" y="519"/>
                  <a:pt x="2844" y="612"/>
                  <a:pt x="3118" y="612"/>
                </a:cubicBezTo>
                <a:cubicBezTo>
                  <a:pt x="3227" y="612"/>
                  <a:pt x="3336" y="598"/>
                  <a:pt x="3446" y="561"/>
                </a:cubicBezTo>
                <a:cubicBezTo>
                  <a:pt x="3616" y="490"/>
                  <a:pt x="3787" y="419"/>
                  <a:pt x="3972" y="362"/>
                </a:cubicBezTo>
                <a:cubicBezTo>
                  <a:pt x="4157" y="305"/>
                  <a:pt x="4342" y="263"/>
                  <a:pt x="4541" y="248"/>
                </a:cubicBezTo>
                <a:cubicBezTo>
                  <a:pt x="4665" y="231"/>
                  <a:pt x="4795" y="224"/>
                  <a:pt x="4923" y="224"/>
                </a:cubicBezTo>
                <a:cubicBezTo>
                  <a:pt x="5015" y="224"/>
                  <a:pt x="5107" y="228"/>
                  <a:pt x="5196" y="234"/>
                </a:cubicBezTo>
                <a:cubicBezTo>
                  <a:pt x="5424" y="248"/>
                  <a:pt x="5623" y="291"/>
                  <a:pt x="5851" y="291"/>
                </a:cubicBezTo>
                <a:cubicBezTo>
                  <a:pt x="5855" y="292"/>
                  <a:pt x="5860" y="292"/>
                  <a:pt x="5864" y="292"/>
                </a:cubicBezTo>
                <a:cubicBezTo>
                  <a:pt x="5924" y="292"/>
                  <a:pt x="5932" y="204"/>
                  <a:pt x="5879" y="177"/>
                </a:cubicBezTo>
                <a:cubicBezTo>
                  <a:pt x="5613" y="33"/>
                  <a:pt x="5286" y="1"/>
                  <a:pt x="4980" y="1"/>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4017640" y="4287260"/>
            <a:ext cx="1073226" cy="66699"/>
          </a:xfrm>
          <a:custGeom>
            <a:avLst/>
            <a:gdLst/>
            <a:ahLst/>
            <a:cxnLst/>
            <a:rect l="l" t="t" r="r" b="b"/>
            <a:pathLst>
              <a:path w="6583" h="567" extrusionOk="0">
                <a:moveTo>
                  <a:pt x="6473" y="1"/>
                </a:moveTo>
                <a:cubicBezTo>
                  <a:pt x="6464" y="1"/>
                  <a:pt x="6456" y="3"/>
                  <a:pt x="6448" y="7"/>
                </a:cubicBezTo>
                <a:cubicBezTo>
                  <a:pt x="6278" y="106"/>
                  <a:pt x="6065" y="163"/>
                  <a:pt x="5879" y="206"/>
                </a:cubicBezTo>
                <a:cubicBezTo>
                  <a:pt x="5744" y="227"/>
                  <a:pt x="5600" y="240"/>
                  <a:pt x="5460" y="240"/>
                </a:cubicBezTo>
                <a:cubicBezTo>
                  <a:pt x="5409" y="240"/>
                  <a:pt x="5359" y="238"/>
                  <a:pt x="5310" y="234"/>
                </a:cubicBezTo>
                <a:cubicBezTo>
                  <a:pt x="4941" y="222"/>
                  <a:pt x="4583" y="188"/>
                  <a:pt x="4217" y="188"/>
                </a:cubicBezTo>
                <a:cubicBezTo>
                  <a:pt x="4159" y="188"/>
                  <a:pt x="4101" y="189"/>
                  <a:pt x="4043" y="191"/>
                </a:cubicBezTo>
                <a:cubicBezTo>
                  <a:pt x="3573" y="220"/>
                  <a:pt x="3104" y="320"/>
                  <a:pt x="2633" y="348"/>
                </a:cubicBezTo>
                <a:cubicBezTo>
                  <a:pt x="2546" y="353"/>
                  <a:pt x="2460" y="356"/>
                  <a:pt x="2375" y="356"/>
                </a:cubicBezTo>
                <a:cubicBezTo>
                  <a:pt x="2225" y="356"/>
                  <a:pt x="2076" y="347"/>
                  <a:pt x="1922" y="320"/>
                </a:cubicBezTo>
                <a:cubicBezTo>
                  <a:pt x="1709" y="291"/>
                  <a:pt x="1510" y="234"/>
                  <a:pt x="1295" y="177"/>
                </a:cubicBezTo>
                <a:cubicBezTo>
                  <a:pt x="1079" y="131"/>
                  <a:pt x="815" y="68"/>
                  <a:pt x="568" y="68"/>
                </a:cubicBezTo>
                <a:cubicBezTo>
                  <a:pt x="360" y="68"/>
                  <a:pt x="164" y="112"/>
                  <a:pt x="14" y="248"/>
                </a:cubicBezTo>
                <a:cubicBezTo>
                  <a:pt x="1" y="263"/>
                  <a:pt x="1" y="276"/>
                  <a:pt x="14" y="276"/>
                </a:cubicBezTo>
                <a:cubicBezTo>
                  <a:pt x="178" y="255"/>
                  <a:pt x="333" y="225"/>
                  <a:pt x="487" y="225"/>
                </a:cubicBezTo>
                <a:cubicBezTo>
                  <a:pt x="534" y="225"/>
                  <a:pt x="580" y="228"/>
                  <a:pt x="627" y="234"/>
                </a:cubicBezTo>
                <a:cubicBezTo>
                  <a:pt x="840" y="248"/>
                  <a:pt x="1054" y="305"/>
                  <a:pt x="1267" y="362"/>
                </a:cubicBezTo>
                <a:cubicBezTo>
                  <a:pt x="1466" y="419"/>
                  <a:pt x="1680" y="491"/>
                  <a:pt x="1893" y="519"/>
                </a:cubicBezTo>
                <a:cubicBezTo>
                  <a:pt x="2064" y="551"/>
                  <a:pt x="2242" y="567"/>
                  <a:pt x="2422" y="567"/>
                </a:cubicBezTo>
                <a:cubicBezTo>
                  <a:pt x="2483" y="567"/>
                  <a:pt x="2544" y="565"/>
                  <a:pt x="2605" y="561"/>
                </a:cubicBezTo>
                <a:cubicBezTo>
                  <a:pt x="3075" y="547"/>
                  <a:pt x="3545" y="447"/>
                  <a:pt x="4015" y="419"/>
                </a:cubicBezTo>
                <a:cubicBezTo>
                  <a:pt x="4098" y="413"/>
                  <a:pt x="4181" y="411"/>
                  <a:pt x="4265" y="411"/>
                </a:cubicBezTo>
                <a:cubicBezTo>
                  <a:pt x="4608" y="411"/>
                  <a:pt x="4952" y="450"/>
                  <a:pt x="5296" y="462"/>
                </a:cubicBezTo>
                <a:cubicBezTo>
                  <a:pt x="5524" y="462"/>
                  <a:pt x="5737" y="447"/>
                  <a:pt x="5964" y="405"/>
                </a:cubicBezTo>
                <a:cubicBezTo>
                  <a:pt x="6065" y="390"/>
                  <a:pt x="6164" y="362"/>
                  <a:pt x="6264" y="305"/>
                </a:cubicBezTo>
                <a:cubicBezTo>
                  <a:pt x="6363" y="263"/>
                  <a:pt x="6435" y="191"/>
                  <a:pt x="6534" y="120"/>
                </a:cubicBezTo>
                <a:cubicBezTo>
                  <a:pt x="6583" y="71"/>
                  <a:pt x="6526" y="1"/>
                  <a:pt x="6473" y="1"/>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5577815" y="4257852"/>
            <a:ext cx="997418" cy="76110"/>
          </a:xfrm>
          <a:custGeom>
            <a:avLst/>
            <a:gdLst/>
            <a:ahLst/>
            <a:cxnLst/>
            <a:rect l="l" t="t" r="r" b="b"/>
            <a:pathLst>
              <a:path w="6118" h="647" extrusionOk="0">
                <a:moveTo>
                  <a:pt x="1942" y="1"/>
                </a:moveTo>
                <a:cubicBezTo>
                  <a:pt x="1674" y="1"/>
                  <a:pt x="1408" y="26"/>
                  <a:pt x="1149" y="86"/>
                </a:cubicBezTo>
                <a:cubicBezTo>
                  <a:pt x="950" y="128"/>
                  <a:pt x="750" y="185"/>
                  <a:pt x="551" y="270"/>
                </a:cubicBezTo>
                <a:cubicBezTo>
                  <a:pt x="452" y="313"/>
                  <a:pt x="366" y="370"/>
                  <a:pt x="266" y="427"/>
                </a:cubicBezTo>
                <a:cubicBezTo>
                  <a:pt x="167" y="484"/>
                  <a:pt x="95" y="570"/>
                  <a:pt x="10" y="640"/>
                </a:cubicBezTo>
                <a:cubicBezTo>
                  <a:pt x="95" y="598"/>
                  <a:pt x="196" y="583"/>
                  <a:pt x="281" y="541"/>
                </a:cubicBezTo>
                <a:cubicBezTo>
                  <a:pt x="380" y="513"/>
                  <a:pt x="466" y="484"/>
                  <a:pt x="566" y="441"/>
                </a:cubicBezTo>
                <a:cubicBezTo>
                  <a:pt x="737" y="384"/>
                  <a:pt x="907" y="327"/>
                  <a:pt x="1092" y="285"/>
                </a:cubicBezTo>
                <a:cubicBezTo>
                  <a:pt x="1339" y="226"/>
                  <a:pt x="1599" y="194"/>
                  <a:pt x="1858" y="194"/>
                </a:cubicBezTo>
                <a:cubicBezTo>
                  <a:pt x="1973" y="194"/>
                  <a:pt x="2088" y="200"/>
                  <a:pt x="2202" y="213"/>
                </a:cubicBezTo>
                <a:cubicBezTo>
                  <a:pt x="2616" y="257"/>
                  <a:pt x="3014" y="356"/>
                  <a:pt x="3413" y="399"/>
                </a:cubicBezTo>
                <a:cubicBezTo>
                  <a:pt x="3553" y="409"/>
                  <a:pt x="3694" y="419"/>
                  <a:pt x="3834" y="419"/>
                </a:cubicBezTo>
                <a:cubicBezTo>
                  <a:pt x="3893" y="419"/>
                  <a:pt x="3952" y="417"/>
                  <a:pt x="4011" y="413"/>
                </a:cubicBezTo>
                <a:cubicBezTo>
                  <a:pt x="4223" y="384"/>
                  <a:pt x="4423" y="342"/>
                  <a:pt x="4637" y="313"/>
                </a:cubicBezTo>
                <a:cubicBezTo>
                  <a:pt x="4878" y="285"/>
                  <a:pt x="5106" y="257"/>
                  <a:pt x="5349" y="257"/>
                </a:cubicBezTo>
                <a:cubicBezTo>
                  <a:pt x="5462" y="257"/>
                  <a:pt x="5576" y="270"/>
                  <a:pt x="5690" y="270"/>
                </a:cubicBezTo>
                <a:cubicBezTo>
                  <a:pt x="5714" y="273"/>
                  <a:pt x="5738" y="274"/>
                  <a:pt x="5762" y="274"/>
                </a:cubicBezTo>
                <a:cubicBezTo>
                  <a:pt x="5857" y="274"/>
                  <a:pt x="5958" y="257"/>
                  <a:pt x="6060" y="257"/>
                </a:cubicBezTo>
                <a:cubicBezTo>
                  <a:pt x="6117" y="257"/>
                  <a:pt x="6117" y="171"/>
                  <a:pt x="6060" y="156"/>
                </a:cubicBezTo>
                <a:cubicBezTo>
                  <a:pt x="5960" y="128"/>
                  <a:pt x="5875" y="86"/>
                  <a:pt x="5761" y="71"/>
                </a:cubicBezTo>
                <a:cubicBezTo>
                  <a:pt x="5647" y="57"/>
                  <a:pt x="5548" y="57"/>
                  <a:pt x="5434" y="57"/>
                </a:cubicBezTo>
                <a:cubicBezTo>
                  <a:pt x="5220" y="57"/>
                  <a:pt x="5007" y="57"/>
                  <a:pt x="4793" y="86"/>
                </a:cubicBezTo>
                <a:cubicBezTo>
                  <a:pt x="4443" y="121"/>
                  <a:pt x="4093" y="209"/>
                  <a:pt x="3734" y="209"/>
                </a:cubicBezTo>
                <a:cubicBezTo>
                  <a:pt x="3670" y="209"/>
                  <a:pt x="3605" y="206"/>
                  <a:pt x="3540" y="200"/>
                </a:cubicBezTo>
                <a:cubicBezTo>
                  <a:pt x="3113" y="171"/>
                  <a:pt x="2715" y="71"/>
                  <a:pt x="2288" y="14"/>
                </a:cubicBezTo>
                <a:cubicBezTo>
                  <a:pt x="2172" y="5"/>
                  <a:pt x="2057" y="1"/>
                  <a:pt x="1942" y="1"/>
                </a:cubicBezTo>
                <a:close/>
                <a:moveTo>
                  <a:pt x="10" y="640"/>
                </a:moveTo>
                <a:cubicBezTo>
                  <a:pt x="1" y="640"/>
                  <a:pt x="4" y="647"/>
                  <a:pt x="7" y="647"/>
                </a:cubicBezTo>
                <a:cubicBezTo>
                  <a:pt x="8" y="647"/>
                  <a:pt x="10" y="645"/>
                  <a:pt x="10" y="640"/>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6929967" y="4162333"/>
            <a:ext cx="506045" cy="46936"/>
          </a:xfrm>
          <a:custGeom>
            <a:avLst/>
            <a:gdLst/>
            <a:ahLst/>
            <a:cxnLst/>
            <a:rect l="l" t="t" r="r" b="b"/>
            <a:pathLst>
              <a:path w="3104" h="399" extrusionOk="0">
                <a:moveTo>
                  <a:pt x="1048" y="1"/>
                </a:moveTo>
                <a:cubicBezTo>
                  <a:pt x="967" y="1"/>
                  <a:pt x="884" y="6"/>
                  <a:pt x="798" y="15"/>
                </a:cubicBezTo>
                <a:cubicBezTo>
                  <a:pt x="590" y="38"/>
                  <a:pt x="383" y="80"/>
                  <a:pt x="169" y="80"/>
                </a:cubicBezTo>
                <a:cubicBezTo>
                  <a:pt x="118" y="80"/>
                  <a:pt x="67" y="78"/>
                  <a:pt x="15" y="72"/>
                </a:cubicBezTo>
                <a:cubicBezTo>
                  <a:pt x="1" y="72"/>
                  <a:pt x="1" y="101"/>
                  <a:pt x="15" y="101"/>
                </a:cubicBezTo>
                <a:cubicBezTo>
                  <a:pt x="165" y="154"/>
                  <a:pt x="327" y="168"/>
                  <a:pt x="489" y="168"/>
                </a:cubicBezTo>
                <a:cubicBezTo>
                  <a:pt x="588" y="168"/>
                  <a:pt x="687" y="163"/>
                  <a:pt x="784" y="158"/>
                </a:cubicBezTo>
                <a:cubicBezTo>
                  <a:pt x="879" y="158"/>
                  <a:pt x="974" y="151"/>
                  <a:pt x="1069" y="151"/>
                </a:cubicBezTo>
                <a:cubicBezTo>
                  <a:pt x="1116" y="151"/>
                  <a:pt x="1164" y="153"/>
                  <a:pt x="1211" y="158"/>
                </a:cubicBezTo>
                <a:cubicBezTo>
                  <a:pt x="1339" y="171"/>
                  <a:pt x="1467" y="214"/>
                  <a:pt x="1581" y="243"/>
                </a:cubicBezTo>
                <a:cubicBezTo>
                  <a:pt x="1823" y="328"/>
                  <a:pt x="2065" y="385"/>
                  <a:pt x="2307" y="399"/>
                </a:cubicBezTo>
                <a:cubicBezTo>
                  <a:pt x="2435" y="399"/>
                  <a:pt x="2563" y="399"/>
                  <a:pt x="2677" y="370"/>
                </a:cubicBezTo>
                <a:cubicBezTo>
                  <a:pt x="2748" y="357"/>
                  <a:pt x="2819" y="342"/>
                  <a:pt x="2876" y="328"/>
                </a:cubicBezTo>
                <a:cubicBezTo>
                  <a:pt x="2933" y="300"/>
                  <a:pt x="2990" y="257"/>
                  <a:pt x="3047" y="228"/>
                </a:cubicBezTo>
                <a:cubicBezTo>
                  <a:pt x="3104" y="200"/>
                  <a:pt x="3062" y="129"/>
                  <a:pt x="3005" y="129"/>
                </a:cubicBezTo>
                <a:cubicBezTo>
                  <a:pt x="2933" y="143"/>
                  <a:pt x="2876" y="143"/>
                  <a:pt x="2805" y="158"/>
                </a:cubicBezTo>
                <a:cubicBezTo>
                  <a:pt x="2748" y="171"/>
                  <a:pt x="2677" y="186"/>
                  <a:pt x="2620" y="200"/>
                </a:cubicBezTo>
                <a:cubicBezTo>
                  <a:pt x="2492" y="214"/>
                  <a:pt x="2378" y="214"/>
                  <a:pt x="2264" y="214"/>
                </a:cubicBezTo>
                <a:cubicBezTo>
                  <a:pt x="2008" y="200"/>
                  <a:pt x="1766" y="114"/>
                  <a:pt x="1524" y="57"/>
                </a:cubicBezTo>
                <a:cubicBezTo>
                  <a:pt x="1363" y="20"/>
                  <a:pt x="1209" y="1"/>
                  <a:pt x="1048" y="1"/>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7663266" y="4030701"/>
            <a:ext cx="260196" cy="33055"/>
          </a:xfrm>
          <a:custGeom>
            <a:avLst/>
            <a:gdLst/>
            <a:ahLst/>
            <a:cxnLst/>
            <a:rect l="l" t="t" r="r" b="b"/>
            <a:pathLst>
              <a:path w="1596" h="281" extrusionOk="0">
                <a:moveTo>
                  <a:pt x="1280" y="0"/>
                </a:moveTo>
                <a:cubicBezTo>
                  <a:pt x="1105" y="0"/>
                  <a:pt x="926" y="41"/>
                  <a:pt x="756" y="81"/>
                </a:cubicBezTo>
                <a:cubicBezTo>
                  <a:pt x="513" y="138"/>
                  <a:pt x="257" y="195"/>
                  <a:pt x="16" y="265"/>
                </a:cubicBezTo>
                <a:cubicBezTo>
                  <a:pt x="1" y="265"/>
                  <a:pt x="1" y="280"/>
                  <a:pt x="16" y="280"/>
                </a:cubicBezTo>
                <a:cubicBezTo>
                  <a:pt x="257" y="223"/>
                  <a:pt x="513" y="180"/>
                  <a:pt x="756" y="166"/>
                </a:cubicBezTo>
                <a:cubicBezTo>
                  <a:pt x="883" y="166"/>
                  <a:pt x="997" y="166"/>
                  <a:pt x="1111" y="180"/>
                </a:cubicBezTo>
                <a:cubicBezTo>
                  <a:pt x="1240" y="180"/>
                  <a:pt x="1354" y="195"/>
                  <a:pt x="1481" y="195"/>
                </a:cubicBezTo>
                <a:cubicBezTo>
                  <a:pt x="1581" y="195"/>
                  <a:pt x="1595" y="52"/>
                  <a:pt x="1496" y="24"/>
                </a:cubicBezTo>
                <a:cubicBezTo>
                  <a:pt x="1425" y="7"/>
                  <a:pt x="1353" y="0"/>
                  <a:pt x="1280" y="0"/>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2233953" y="4281731"/>
            <a:ext cx="593266" cy="49877"/>
          </a:xfrm>
          <a:custGeom>
            <a:avLst/>
            <a:gdLst/>
            <a:ahLst/>
            <a:cxnLst/>
            <a:rect l="l" t="t" r="r" b="b"/>
            <a:pathLst>
              <a:path w="3639" h="424" extrusionOk="0">
                <a:moveTo>
                  <a:pt x="2947" y="0"/>
                </a:moveTo>
                <a:cubicBezTo>
                  <a:pt x="2870" y="0"/>
                  <a:pt x="2792" y="3"/>
                  <a:pt x="2714" y="10"/>
                </a:cubicBezTo>
                <a:cubicBezTo>
                  <a:pt x="2386" y="39"/>
                  <a:pt x="2059" y="110"/>
                  <a:pt x="1731" y="181"/>
                </a:cubicBezTo>
                <a:cubicBezTo>
                  <a:pt x="1592" y="216"/>
                  <a:pt x="1453" y="260"/>
                  <a:pt x="1307" y="260"/>
                </a:cubicBezTo>
                <a:cubicBezTo>
                  <a:pt x="1274" y="260"/>
                  <a:pt x="1240" y="258"/>
                  <a:pt x="1205" y="253"/>
                </a:cubicBezTo>
                <a:cubicBezTo>
                  <a:pt x="1034" y="238"/>
                  <a:pt x="892" y="153"/>
                  <a:pt x="721" y="124"/>
                </a:cubicBezTo>
                <a:cubicBezTo>
                  <a:pt x="639" y="97"/>
                  <a:pt x="552" y="88"/>
                  <a:pt x="466" y="88"/>
                </a:cubicBezTo>
                <a:cubicBezTo>
                  <a:pt x="417" y="88"/>
                  <a:pt x="369" y="91"/>
                  <a:pt x="323" y="96"/>
                </a:cubicBezTo>
                <a:cubicBezTo>
                  <a:pt x="266" y="110"/>
                  <a:pt x="194" y="124"/>
                  <a:pt x="137" y="153"/>
                </a:cubicBezTo>
                <a:cubicBezTo>
                  <a:pt x="80" y="196"/>
                  <a:pt x="52" y="253"/>
                  <a:pt x="23" y="310"/>
                </a:cubicBezTo>
                <a:cubicBezTo>
                  <a:pt x="0" y="333"/>
                  <a:pt x="33" y="374"/>
                  <a:pt x="61" y="374"/>
                </a:cubicBezTo>
                <a:cubicBezTo>
                  <a:pt x="68" y="374"/>
                  <a:pt x="75" y="372"/>
                  <a:pt x="80" y="367"/>
                </a:cubicBezTo>
                <a:cubicBezTo>
                  <a:pt x="137" y="338"/>
                  <a:pt x="209" y="323"/>
                  <a:pt x="266" y="310"/>
                </a:cubicBezTo>
                <a:cubicBezTo>
                  <a:pt x="336" y="295"/>
                  <a:pt x="393" y="281"/>
                  <a:pt x="465" y="281"/>
                </a:cubicBezTo>
                <a:cubicBezTo>
                  <a:pt x="607" y="281"/>
                  <a:pt x="735" y="323"/>
                  <a:pt x="877" y="352"/>
                </a:cubicBezTo>
                <a:cubicBezTo>
                  <a:pt x="1006" y="395"/>
                  <a:pt x="1148" y="424"/>
                  <a:pt x="1291" y="424"/>
                </a:cubicBezTo>
                <a:cubicBezTo>
                  <a:pt x="1447" y="409"/>
                  <a:pt x="1604" y="367"/>
                  <a:pt x="1746" y="323"/>
                </a:cubicBezTo>
                <a:cubicBezTo>
                  <a:pt x="2059" y="238"/>
                  <a:pt x="2372" y="167"/>
                  <a:pt x="2686" y="139"/>
                </a:cubicBezTo>
                <a:cubicBezTo>
                  <a:pt x="2787" y="128"/>
                  <a:pt x="2894" y="119"/>
                  <a:pt x="2999" y="119"/>
                </a:cubicBezTo>
                <a:cubicBezTo>
                  <a:pt x="3042" y="119"/>
                  <a:pt x="3085" y="120"/>
                  <a:pt x="3126" y="124"/>
                </a:cubicBezTo>
                <a:cubicBezTo>
                  <a:pt x="3283" y="139"/>
                  <a:pt x="3468" y="139"/>
                  <a:pt x="3625" y="181"/>
                </a:cubicBezTo>
                <a:cubicBezTo>
                  <a:pt x="3639" y="181"/>
                  <a:pt x="3639" y="167"/>
                  <a:pt x="3625" y="167"/>
                </a:cubicBezTo>
                <a:cubicBezTo>
                  <a:pt x="3483" y="96"/>
                  <a:pt x="3340" y="25"/>
                  <a:pt x="3170" y="10"/>
                </a:cubicBezTo>
                <a:cubicBezTo>
                  <a:pt x="3098" y="3"/>
                  <a:pt x="3023" y="0"/>
                  <a:pt x="2947" y="0"/>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885225" y="4051287"/>
            <a:ext cx="305192" cy="37996"/>
          </a:xfrm>
          <a:custGeom>
            <a:avLst/>
            <a:gdLst/>
            <a:ahLst/>
            <a:cxnLst/>
            <a:rect l="l" t="t" r="r" b="b"/>
            <a:pathLst>
              <a:path w="1872" h="323" extrusionOk="0">
                <a:moveTo>
                  <a:pt x="770" y="1"/>
                </a:moveTo>
                <a:cubicBezTo>
                  <a:pt x="492" y="1"/>
                  <a:pt x="229" y="111"/>
                  <a:pt x="12" y="290"/>
                </a:cubicBezTo>
                <a:cubicBezTo>
                  <a:pt x="1" y="301"/>
                  <a:pt x="7" y="322"/>
                  <a:pt x="18" y="322"/>
                </a:cubicBezTo>
                <a:cubicBezTo>
                  <a:pt x="21" y="322"/>
                  <a:pt x="23" y="321"/>
                  <a:pt x="26" y="318"/>
                </a:cubicBezTo>
                <a:cubicBezTo>
                  <a:pt x="241" y="211"/>
                  <a:pt x="495" y="151"/>
                  <a:pt x="739" y="151"/>
                </a:cubicBezTo>
                <a:cubicBezTo>
                  <a:pt x="852" y="151"/>
                  <a:pt x="962" y="164"/>
                  <a:pt x="1065" y="191"/>
                </a:cubicBezTo>
                <a:cubicBezTo>
                  <a:pt x="1191" y="225"/>
                  <a:pt x="1355" y="274"/>
                  <a:pt x="1504" y="274"/>
                </a:cubicBezTo>
                <a:cubicBezTo>
                  <a:pt x="1658" y="274"/>
                  <a:pt x="1797" y="222"/>
                  <a:pt x="1862" y="48"/>
                </a:cubicBezTo>
                <a:cubicBezTo>
                  <a:pt x="1872" y="20"/>
                  <a:pt x="1851" y="5"/>
                  <a:pt x="1828" y="5"/>
                </a:cubicBezTo>
                <a:cubicBezTo>
                  <a:pt x="1815" y="5"/>
                  <a:pt x="1802" y="10"/>
                  <a:pt x="1791" y="20"/>
                </a:cubicBezTo>
                <a:cubicBezTo>
                  <a:pt x="1710" y="90"/>
                  <a:pt x="1601" y="118"/>
                  <a:pt x="1493" y="118"/>
                </a:cubicBezTo>
                <a:cubicBezTo>
                  <a:pt x="1449" y="118"/>
                  <a:pt x="1406" y="113"/>
                  <a:pt x="1364" y="105"/>
                </a:cubicBezTo>
                <a:cubicBezTo>
                  <a:pt x="1207" y="77"/>
                  <a:pt x="1036" y="5"/>
                  <a:pt x="866" y="5"/>
                </a:cubicBezTo>
                <a:cubicBezTo>
                  <a:pt x="834" y="2"/>
                  <a:pt x="802" y="1"/>
                  <a:pt x="770" y="1"/>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1253668" y="3966473"/>
            <a:ext cx="290356" cy="29644"/>
          </a:xfrm>
          <a:custGeom>
            <a:avLst/>
            <a:gdLst/>
            <a:ahLst/>
            <a:cxnLst/>
            <a:rect l="l" t="t" r="r" b="b"/>
            <a:pathLst>
              <a:path w="1781" h="252" extrusionOk="0">
                <a:moveTo>
                  <a:pt x="1752" y="0"/>
                </a:moveTo>
                <a:cubicBezTo>
                  <a:pt x="1581" y="29"/>
                  <a:pt x="1424" y="86"/>
                  <a:pt x="1268" y="143"/>
                </a:cubicBezTo>
                <a:cubicBezTo>
                  <a:pt x="1183" y="156"/>
                  <a:pt x="1097" y="200"/>
                  <a:pt x="1012" y="200"/>
                </a:cubicBezTo>
                <a:cubicBezTo>
                  <a:pt x="940" y="200"/>
                  <a:pt x="855" y="185"/>
                  <a:pt x="784" y="156"/>
                </a:cubicBezTo>
                <a:cubicBezTo>
                  <a:pt x="671" y="125"/>
                  <a:pt x="555" y="108"/>
                  <a:pt x="441" y="108"/>
                </a:cubicBezTo>
                <a:cubicBezTo>
                  <a:pt x="295" y="108"/>
                  <a:pt x="150" y="136"/>
                  <a:pt x="15" y="200"/>
                </a:cubicBezTo>
                <a:cubicBezTo>
                  <a:pt x="1" y="200"/>
                  <a:pt x="15" y="213"/>
                  <a:pt x="15" y="213"/>
                </a:cubicBezTo>
                <a:cubicBezTo>
                  <a:pt x="158" y="171"/>
                  <a:pt x="300" y="143"/>
                  <a:pt x="456" y="143"/>
                </a:cubicBezTo>
                <a:cubicBezTo>
                  <a:pt x="613" y="156"/>
                  <a:pt x="756" y="213"/>
                  <a:pt x="898" y="242"/>
                </a:cubicBezTo>
                <a:cubicBezTo>
                  <a:pt x="931" y="249"/>
                  <a:pt x="964" y="251"/>
                  <a:pt x="996" y="251"/>
                </a:cubicBezTo>
                <a:cubicBezTo>
                  <a:pt x="1100" y="251"/>
                  <a:pt x="1198" y="222"/>
                  <a:pt x="1297" y="200"/>
                </a:cubicBezTo>
                <a:cubicBezTo>
                  <a:pt x="1453" y="143"/>
                  <a:pt x="1610" y="100"/>
                  <a:pt x="1766" y="43"/>
                </a:cubicBezTo>
                <a:cubicBezTo>
                  <a:pt x="1780" y="29"/>
                  <a:pt x="1780" y="0"/>
                  <a:pt x="1752" y="0"/>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857021" y="3956592"/>
            <a:ext cx="207537" cy="19998"/>
          </a:xfrm>
          <a:custGeom>
            <a:avLst/>
            <a:gdLst/>
            <a:ahLst/>
            <a:cxnLst/>
            <a:rect l="l" t="t" r="r" b="b"/>
            <a:pathLst>
              <a:path w="1273" h="170" extrusionOk="0">
                <a:moveTo>
                  <a:pt x="1236" y="1"/>
                </a:moveTo>
                <a:cubicBezTo>
                  <a:pt x="1227" y="1"/>
                  <a:pt x="1218" y="4"/>
                  <a:pt x="1209" y="13"/>
                </a:cubicBezTo>
                <a:cubicBezTo>
                  <a:pt x="1136" y="81"/>
                  <a:pt x="1046" y="104"/>
                  <a:pt x="951" y="104"/>
                </a:cubicBezTo>
                <a:cubicBezTo>
                  <a:pt x="808" y="104"/>
                  <a:pt x="655" y="53"/>
                  <a:pt x="526" y="28"/>
                </a:cubicBezTo>
                <a:cubicBezTo>
                  <a:pt x="464" y="18"/>
                  <a:pt x="398" y="10"/>
                  <a:pt x="332" y="10"/>
                </a:cubicBezTo>
                <a:cubicBezTo>
                  <a:pt x="202" y="10"/>
                  <a:pt x="76" y="42"/>
                  <a:pt x="0" y="155"/>
                </a:cubicBezTo>
                <a:cubicBezTo>
                  <a:pt x="0" y="170"/>
                  <a:pt x="0" y="170"/>
                  <a:pt x="14" y="170"/>
                </a:cubicBezTo>
                <a:cubicBezTo>
                  <a:pt x="88" y="76"/>
                  <a:pt x="191" y="45"/>
                  <a:pt x="300" y="45"/>
                </a:cubicBezTo>
                <a:cubicBezTo>
                  <a:pt x="421" y="45"/>
                  <a:pt x="550" y="83"/>
                  <a:pt x="655" y="113"/>
                </a:cubicBezTo>
                <a:cubicBezTo>
                  <a:pt x="748" y="140"/>
                  <a:pt x="850" y="163"/>
                  <a:pt x="948" y="163"/>
                </a:cubicBezTo>
                <a:cubicBezTo>
                  <a:pt x="1061" y="163"/>
                  <a:pt x="1169" y="132"/>
                  <a:pt x="1253" y="41"/>
                </a:cubicBezTo>
                <a:cubicBezTo>
                  <a:pt x="1273" y="21"/>
                  <a:pt x="1257" y="1"/>
                  <a:pt x="1236" y="1"/>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2785313" y="4397365"/>
            <a:ext cx="252370" cy="33997"/>
          </a:xfrm>
          <a:custGeom>
            <a:avLst/>
            <a:gdLst/>
            <a:ahLst/>
            <a:cxnLst/>
            <a:rect l="l" t="t" r="r" b="b"/>
            <a:pathLst>
              <a:path w="1548" h="289" extrusionOk="0">
                <a:moveTo>
                  <a:pt x="318" y="0"/>
                </a:moveTo>
                <a:cubicBezTo>
                  <a:pt x="210" y="0"/>
                  <a:pt x="105" y="24"/>
                  <a:pt x="15" y="95"/>
                </a:cubicBezTo>
                <a:cubicBezTo>
                  <a:pt x="0" y="95"/>
                  <a:pt x="15" y="109"/>
                  <a:pt x="15" y="109"/>
                </a:cubicBezTo>
                <a:cubicBezTo>
                  <a:pt x="94" y="61"/>
                  <a:pt x="176" y="43"/>
                  <a:pt x="258" y="43"/>
                </a:cubicBezTo>
                <a:cubicBezTo>
                  <a:pt x="443" y="43"/>
                  <a:pt x="631" y="135"/>
                  <a:pt x="798" y="195"/>
                </a:cubicBezTo>
                <a:cubicBezTo>
                  <a:pt x="915" y="241"/>
                  <a:pt x="1066" y="288"/>
                  <a:pt x="1209" y="288"/>
                </a:cubicBezTo>
                <a:cubicBezTo>
                  <a:pt x="1327" y="288"/>
                  <a:pt x="1440" y="256"/>
                  <a:pt x="1524" y="166"/>
                </a:cubicBezTo>
                <a:cubicBezTo>
                  <a:pt x="1548" y="142"/>
                  <a:pt x="1532" y="89"/>
                  <a:pt x="1493" y="89"/>
                </a:cubicBezTo>
                <a:cubicBezTo>
                  <a:pt x="1485" y="89"/>
                  <a:pt x="1476" y="91"/>
                  <a:pt x="1467" y="95"/>
                </a:cubicBezTo>
                <a:cubicBezTo>
                  <a:pt x="1373" y="130"/>
                  <a:pt x="1279" y="156"/>
                  <a:pt x="1184" y="156"/>
                </a:cubicBezTo>
                <a:cubicBezTo>
                  <a:pt x="1165" y="156"/>
                  <a:pt x="1145" y="155"/>
                  <a:pt x="1126" y="152"/>
                </a:cubicBezTo>
                <a:cubicBezTo>
                  <a:pt x="983" y="138"/>
                  <a:pt x="855" y="95"/>
                  <a:pt x="712" y="67"/>
                </a:cubicBezTo>
                <a:cubicBezTo>
                  <a:pt x="587" y="36"/>
                  <a:pt x="450" y="0"/>
                  <a:pt x="318" y="0"/>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3326076" y="4205622"/>
            <a:ext cx="333722" cy="44584"/>
          </a:xfrm>
          <a:custGeom>
            <a:avLst/>
            <a:gdLst/>
            <a:ahLst/>
            <a:cxnLst/>
            <a:rect l="l" t="t" r="r" b="b"/>
            <a:pathLst>
              <a:path w="2047" h="379" extrusionOk="0">
                <a:moveTo>
                  <a:pt x="1967" y="0"/>
                </a:moveTo>
                <a:cubicBezTo>
                  <a:pt x="1962" y="0"/>
                  <a:pt x="1956" y="1"/>
                  <a:pt x="1950" y="2"/>
                </a:cubicBezTo>
                <a:cubicBezTo>
                  <a:pt x="1865" y="17"/>
                  <a:pt x="1794" y="46"/>
                  <a:pt x="1709" y="88"/>
                </a:cubicBezTo>
                <a:cubicBezTo>
                  <a:pt x="1623" y="116"/>
                  <a:pt x="1538" y="160"/>
                  <a:pt x="1438" y="173"/>
                </a:cubicBezTo>
                <a:cubicBezTo>
                  <a:pt x="1377" y="186"/>
                  <a:pt x="1317" y="192"/>
                  <a:pt x="1256" y="192"/>
                </a:cubicBezTo>
                <a:cubicBezTo>
                  <a:pt x="1117" y="192"/>
                  <a:pt x="979" y="165"/>
                  <a:pt x="840" y="145"/>
                </a:cubicBezTo>
                <a:cubicBezTo>
                  <a:pt x="755" y="129"/>
                  <a:pt x="665" y="118"/>
                  <a:pt x="575" y="118"/>
                </a:cubicBezTo>
                <a:cubicBezTo>
                  <a:pt x="501" y="118"/>
                  <a:pt x="427" y="126"/>
                  <a:pt x="356" y="145"/>
                </a:cubicBezTo>
                <a:cubicBezTo>
                  <a:pt x="214" y="173"/>
                  <a:pt x="100" y="259"/>
                  <a:pt x="1" y="359"/>
                </a:cubicBezTo>
                <a:cubicBezTo>
                  <a:pt x="99" y="282"/>
                  <a:pt x="232" y="273"/>
                  <a:pt x="360" y="273"/>
                </a:cubicBezTo>
                <a:cubicBezTo>
                  <a:pt x="397" y="273"/>
                  <a:pt x="434" y="274"/>
                  <a:pt x="470" y="274"/>
                </a:cubicBezTo>
                <a:cubicBezTo>
                  <a:pt x="656" y="274"/>
                  <a:pt x="826" y="330"/>
                  <a:pt x="1011" y="359"/>
                </a:cubicBezTo>
                <a:cubicBezTo>
                  <a:pt x="1094" y="372"/>
                  <a:pt x="1177" y="379"/>
                  <a:pt x="1260" y="379"/>
                </a:cubicBezTo>
                <a:cubicBezTo>
                  <a:pt x="1362" y="379"/>
                  <a:pt x="1464" y="368"/>
                  <a:pt x="1567" y="344"/>
                </a:cubicBezTo>
                <a:cubicBezTo>
                  <a:pt x="1652" y="316"/>
                  <a:pt x="1737" y="287"/>
                  <a:pt x="1808" y="245"/>
                </a:cubicBezTo>
                <a:cubicBezTo>
                  <a:pt x="1893" y="202"/>
                  <a:pt x="1937" y="160"/>
                  <a:pt x="2007" y="88"/>
                </a:cubicBezTo>
                <a:cubicBezTo>
                  <a:pt x="2046" y="50"/>
                  <a:pt x="2015" y="0"/>
                  <a:pt x="1967" y="0"/>
                </a:cubicBezTo>
                <a:close/>
              </a:path>
            </a:pathLst>
          </a:custGeom>
          <a:solidFill>
            <a:srgbClr val="1FD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122612" y="3859309"/>
            <a:ext cx="9570839" cy="1155058"/>
          </a:xfrm>
          <a:custGeom>
            <a:avLst/>
            <a:gdLst/>
            <a:ahLst/>
            <a:cxnLst/>
            <a:rect l="l" t="t" r="r" b="b"/>
            <a:pathLst>
              <a:path w="58706" h="9819" extrusionOk="0">
                <a:moveTo>
                  <a:pt x="58706" y="0"/>
                </a:moveTo>
                <a:cubicBezTo>
                  <a:pt x="58193" y="0"/>
                  <a:pt x="57381" y="627"/>
                  <a:pt x="56912" y="868"/>
                </a:cubicBezTo>
                <a:cubicBezTo>
                  <a:pt x="56157" y="1253"/>
                  <a:pt x="55275" y="1409"/>
                  <a:pt x="54435" y="1623"/>
                </a:cubicBezTo>
                <a:cubicBezTo>
                  <a:pt x="52870" y="1993"/>
                  <a:pt x="51475" y="2819"/>
                  <a:pt x="49865" y="3104"/>
                </a:cubicBezTo>
                <a:cubicBezTo>
                  <a:pt x="48998" y="3260"/>
                  <a:pt x="48115" y="3246"/>
                  <a:pt x="47246" y="3474"/>
                </a:cubicBezTo>
                <a:cubicBezTo>
                  <a:pt x="46151" y="3758"/>
                  <a:pt x="45140" y="4015"/>
                  <a:pt x="43987" y="4085"/>
                </a:cubicBezTo>
                <a:cubicBezTo>
                  <a:pt x="43800" y="4096"/>
                  <a:pt x="43608" y="4100"/>
                  <a:pt x="43413" y="4100"/>
                </a:cubicBezTo>
                <a:cubicBezTo>
                  <a:pt x="42756" y="4100"/>
                  <a:pt x="42059" y="4053"/>
                  <a:pt x="41373" y="4053"/>
                </a:cubicBezTo>
                <a:cubicBezTo>
                  <a:pt x="40660" y="4053"/>
                  <a:pt x="39959" y="4104"/>
                  <a:pt x="39332" y="4313"/>
                </a:cubicBezTo>
                <a:cubicBezTo>
                  <a:pt x="38421" y="4626"/>
                  <a:pt x="37752" y="5410"/>
                  <a:pt x="36713" y="5524"/>
                </a:cubicBezTo>
                <a:cubicBezTo>
                  <a:pt x="36532" y="5546"/>
                  <a:pt x="36353" y="5555"/>
                  <a:pt x="36174" y="5555"/>
                </a:cubicBezTo>
                <a:cubicBezTo>
                  <a:pt x="35368" y="5555"/>
                  <a:pt x="34573" y="5369"/>
                  <a:pt x="33758" y="5369"/>
                </a:cubicBezTo>
                <a:cubicBezTo>
                  <a:pt x="33498" y="5369"/>
                  <a:pt x="33235" y="5388"/>
                  <a:pt x="32969" y="5438"/>
                </a:cubicBezTo>
                <a:cubicBezTo>
                  <a:pt x="31901" y="5637"/>
                  <a:pt x="31474" y="6306"/>
                  <a:pt x="30563" y="6691"/>
                </a:cubicBezTo>
                <a:cubicBezTo>
                  <a:pt x="29911" y="6956"/>
                  <a:pt x="29171" y="7017"/>
                  <a:pt x="28433" y="7017"/>
                </a:cubicBezTo>
                <a:cubicBezTo>
                  <a:pt x="27867" y="7017"/>
                  <a:pt x="27302" y="6981"/>
                  <a:pt x="26777" y="6975"/>
                </a:cubicBezTo>
                <a:cubicBezTo>
                  <a:pt x="26549" y="6975"/>
                  <a:pt x="26360" y="6984"/>
                  <a:pt x="26183" y="6984"/>
                </a:cubicBezTo>
                <a:cubicBezTo>
                  <a:pt x="25863" y="6984"/>
                  <a:pt x="25588" y="6955"/>
                  <a:pt x="25211" y="6790"/>
                </a:cubicBezTo>
                <a:cubicBezTo>
                  <a:pt x="24727" y="6577"/>
                  <a:pt x="24300" y="6264"/>
                  <a:pt x="23831" y="6064"/>
                </a:cubicBezTo>
                <a:cubicBezTo>
                  <a:pt x="23508" y="5937"/>
                  <a:pt x="23191" y="5889"/>
                  <a:pt x="22874" y="5889"/>
                </a:cubicBezTo>
                <a:cubicBezTo>
                  <a:pt x="22448" y="5889"/>
                  <a:pt x="22022" y="5974"/>
                  <a:pt x="21582" y="6064"/>
                </a:cubicBezTo>
                <a:cubicBezTo>
                  <a:pt x="20998" y="6192"/>
                  <a:pt x="20457" y="6562"/>
                  <a:pt x="19916" y="6676"/>
                </a:cubicBezTo>
                <a:cubicBezTo>
                  <a:pt x="19783" y="6705"/>
                  <a:pt x="19646" y="6717"/>
                  <a:pt x="19507" y="6717"/>
                </a:cubicBezTo>
                <a:cubicBezTo>
                  <a:pt x="18614" y="6717"/>
                  <a:pt x="17604" y="6205"/>
                  <a:pt x="16742" y="6192"/>
                </a:cubicBezTo>
                <a:cubicBezTo>
                  <a:pt x="16729" y="6192"/>
                  <a:pt x="16715" y="6192"/>
                  <a:pt x="16702" y="6192"/>
                </a:cubicBezTo>
                <a:cubicBezTo>
                  <a:pt x="16122" y="6192"/>
                  <a:pt x="15647" y="6477"/>
                  <a:pt x="15062" y="6477"/>
                </a:cubicBezTo>
                <a:cubicBezTo>
                  <a:pt x="14478" y="6477"/>
                  <a:pt x="13838" y="6334"/>
                  <a:pt x="13297" y="6121"/>
                </a:cubicBezTo>
                <a:cubicBezTo>
                  <a:pt x="12329" y="5751"/>
                  <a:pt x="11460" y="5467"/>
                  <a:pt x="10407" y="5467"/>
                </a:cubicBezTo>
                <a:cubicBezTo>
                  <a:pt x="9467" y="5467"/>
                  <a:pt x="8613" y="5366"/>
                  <a:pt x="7660" y="5239"/>
                </a:cubicBezTo>
                <a:cubicBezTo>
                  <a:pt x="6550" y="5082"/>
                  <a:pt x="5497" y="5167"/>
                  <a:pt x="4485" y="4598"/>
                </a:cubicBezTo>
                <a:cubicBezTo>
                  <a:pt x="3631" y="4100"/>
                  <a:pt x="2707" y="3829"/>
                  <a:pt x="1809" y="3360"/>
                </a:cubicBezTo>
                <a:cubicBezTo>
                  <a:pt x="1453" y="3181"/>
                  <a:pt x="425" y="2159"/>
                  <a:pt x="208" y="2159"/>
                </a:cubicBezTo>
                <a:cubicBezTo>
                  <a:pt x="200" y="2159"/>
                  <a:pt x="192" y="2161"/>
                  <a:pt x="186" y="2164"/>
                </a:cubicBezTo>
                <a:cubicBezTo>
                  <a:pt x="1" y="2762"/>
                  <a:pt x="885" y="3573"/>
                  <a:pt x="1255" y="3858"/>
                </a:cubicBezTo>
                <a:cubicBezTo>
                  <a:pt x="2137" y="4499"/>
                  <a:pt x="2593" y="5452"/>
                  <a:pt x="3631" y="5936"/>
                </a:cubicBezTo>
                <a:cubicBezTo>
                  <a:pt x="4102" y="6150"/>
                  <a:pt x="4713" y="6264"/>
                  <a:pt x="5126" y="6534"/>
                </a:cubicBezTo>
                <a:cubicBezTo>
                  <a:pt x="5497" y="6761"/>
                  <a:pt x="5383" y="6919"/>
                  <a:pt x="5981" y="6947"/>
                </a:cubicBezTo>
                <a:cubicBezTo>
                  <a:pt x="6196" y="6964"/>
                  <a:pt x="6415" y="6970"/>
                  <a:pt x="6634" y="6970"/>
                </a:cubicBezTo>
                <a:cubicBezTo>
                  <a:pt x="6792" y="6970"/>
                  <a:pt x="6949" y="6967"/>
                  <a:pt x="7105" y="6961"/>
                </a:cubicBezTo>
                <a:cubicBezTo>
                  <a:pt x="7575" y="6932"/>
                  <a:pt x="8030" y="6875"/>
                  <a:pt x="8500" y="6833"/>
                </a:cubicBezTo>
                <a:cubicBezTo>
                  <a:pt x="8572" y="6827"/>
                  <a:pt x="8640" y="6825"/>
                  <a:pt x="8704" y="6825"/>
                </a:cubicBezTo>
                <a:cubicBezTo>
                  <a:pt x="9260" y="6825"/>
                  <a:pt x="9549" y="7026"/>
                  <a:pt x="10122" y="7103"/>
                </a:cubicBezTo>
                <a:cubicBezTo>
                  <a:pt x="10199" y="7113"/>
                  <a:pt x="10275" y="7117"/>
                  <a:pt x="10350" y="7117"/>
                </a:cubicBezTo>
                <a:cubicBezTo>
                  <a:pt x="10933" y="7117"/>
                  <a:pt x="11447" y="6848"/>
                  <a:pt x="11968" y="6848"/>
                </a:cubicBezTo>
                <a:cubicBezTo>
                  <a:pt x="12143" y="6848"/>
                  <a:pt x="12320" y="6879"/>
                  <a:pt x="12500" y="6961"/>
                </a:cubicBezTo>
                <a:cubicBezTo>
                  <a:pt x="13183" y="7260"/>
                  <a:pt x="13852" y="7786"/>
                  <a:pt x="14620" y="7858"/>
                </a:cubicBezTo>
                <a:cubicBezTo>
                  <a:pt x="14713" y="7867"/>
                  <a:pt x="14801" y="7870"/>
                  <a:pt x="14885" y="7870"/>
                </a:cubicBezTo>
                <a:cubicBezTo>
                  <a:pt x="15205" y="7870"/>
                  <a:pt x="15470" y="7820"/>
                  <a:pt x="15746" y="7820"/>
                </a:cubicBezTo>
                <a:cubicBezTo>
                  <a:pt x="15977" y="7820"/>
                  <a:pt x="16216" y="7855"/>
                  <a:pt x="16499" y="7986"/>
                </a:cubicBezTo>
                <a:cubicBezTo>
                  <a:pt x="17141" y="8285"/>
                  <a:pt x="17866" y="8826"/>
                  <a:pt x="18606" y="8826"/>
                </a:cubicBezTo>
                <a:cubicBezTo>
                  <a:pt x="19418" y="8826"/>
                  <a:pt x="19731" y="8114"/>
                  <a:pt x="20400" y="7872"/>
                </a:cubicBezTo>
                <a:cubicBezTo>
                  <a:pt x="20564" y="7808"/>
                  <a:pt x="20720" y="7780"/>
                  <a:pt x="20867" y="7780"/>
                </a:cubicBezTo>
                <a:cubicBezTo>
                  <a:pt x="21777" y="7780"/>
                  <a:pt x="22384" y="8862"/>
                  <a:pt x="23034" y="9438"/>
                </a:cubicBezTo>
                <a:cubicBezTo>
                  <a:pt x="23351" y="9715"/>
                  <a:pt x="23621" y="9818"/>
                  <a:pt x="23887" y="9818"/>
                </a:cubicBezTo>
                <a:cubicBezTo>
                  <a:pt x="24276" y="9818"/>
                  <a:pt x="24655" y="9595"/>
                  <a:pt x="25154" y="9367"/>
                </a:cubicBezTo>
                <a:cubicBezTo>
                  <a:pt x="25475" y="9229"/>
                  <a:pt x="25729" y="9178"/>
                  <a:pt x="25956" y="9178"/>
                </a:cubicBezTo>
                <a:cubicBezTo>
                  <a:pt x="26456" y="9178"/>
                  <a:pt x="26828" y="9421"/>
                  <a:pt x="27503" y="9509"/>
                </a:cubicBezTo>
                <a:cubicBezTo>
                  <a:pt x="27542" y="9514"/>
                  <a:pt x="27580" y="9516"/>
                  <a:pt x="27619" y="9516"/>
                </a:cubicBezTo>
                <a:cubicBezTo>
                  <a:pt x="28134" y="9516"/>
                  <a:pt x="28615" y="9148"/>
                  <a:pt x="29136" y="9148"/>
                </a:cubicBezTo>
                <a:cubicBezTo>
                  <a:pt x="29203" y="9148"/>
                  <a:pt x="29271" y="9154"/>
                  <a:pt x="29339" y="9168"/>
                </a:cubicBezTo>
                <a:cubicBezTo>
                  <a:pt x="29829" y="9273"/>
                  <a:pt x="30195" y="9601"/>
                  <a:pt x="30713" y="9601"/>
                </a:cubicBezTo>
                <a:cubicBezTo>
                  <a:pt x="30753" y="9601"/>
                  <a:pt x="30793" y="9599"/>
                  <a:pt x="30834" y="9595"/>
                </a:cubicBezTo>
                <a:cubicBezTo>
                  <a:pt x="31831" y="9509"/>
                  <a:pt x="31702" y="8840"/>
                  <a:pt x="31958" y="8128"/>
                </a:cubicBezTo>
                <a:cubicBezTo>
                  <a:pt x="32240" y="7340"/>
                  <a:pt x="32800" y="6733"/>
                  <a:pt x="33638" y="6733"/>
                </a:cubicBezTo>
                <a:cubicBezTo>
                  <a:pt x="33648" y="6733"/>
                  <a:pt x="33657" y="6733"/>
                  <a:pt x="33666" y="6733"/>
                </a:cubicBezTo>
                <a:cubicBezTo>
                  <a:pt x="34407" y="6748"/>
                  <a:pt x="34834" y="7075"/>
                  <a:pt x="35418" y="7445"/>
                </a:cubicBezTo>
                <a:cubicBezTo>
                  <a:pt x="36143" y="7915"/>
                  <a:pt x="36984" y="8071"/>
                  <a:pt x="37851" y="8114"/>
                </a:cubicBezTo>
                <a:cubicBezTo>
                  <a:pt x="38079" y="8126"/>
                  <a:pt x="38335" y="8138"/>
                  <a:pt x="38601" y="8138"/>
                </a:cubicBezTo>
                <a:cubicBezTo>
                  <a:pt x="39281" y="8138"/>
                  <a:pt x="40026" y="8060"/>
                  <a:pt x="40528" y="7701"/>
                </a:cubicBezTo>
                <a:cubicBezTo>
                  <a:pt x="41112" y="7302"/>
                  <a:pt x="40898" y="7118"/>
                  <a:pt x="40898" y="6548"/>
                </a:cubicBezTo>
                <a:cubicBezTo>
                  <a:pt x="40912" y="5680"/>
                  <a:pt x="42450" y="5239"/>
                  <a:pt x="43232" y="5025"/>
                </a:cubicBezTo>
                <a:cubicBezTo>
                  <a:pt x="43380" y="4988"/>
                  <a:pt x="43513" y="4973"/>
                  <a:pt x="43640" y="4973"/>
                </a:cubicBezTo>
                <a:cubicBezTo>
                  <a:pt x="44050" y="4973"/>
                  <a:pt x="44387" y="5127"/>
                  <a:pt x="44898" y="5182"/>
                </a:cubicBezTo>
                <a:cubicBezTo>
                  <a:pt x="44980" y="5190"/>
                  <a:pt x="45051" y="5194"/>
                  <a:pt x="45113" y="5194"/>
                </a:cubicBezTo>
                <a:cubicBezTo>
                  <a:pt x="45495" y="5194"/>
                  <a:pt x="45566" y="5052"/>
                  <a:pt x="45994" y="4869"/>
                </a:cubicBezTo>
                <a:cubicBezTo>
                  <a:pt x="46376" y="4693"/>
                  <a:pt x="46802" y="4620"/>
                  <a:pt x="47234" y="4620"/>
                </a:cubicBezTo>
                <a:cubicBezTo>
                  <a:pt x="47815" y="4620"/>
                  <a:pt x="48406" y="4752"/>
                  <a:pt x="48912" y="4939"/>
                </a:cubicBezTo>
                <a:cubicBezTo>
                  <a:pt x="49298" y="5074"/>
                  <a:pt x="49619" y="5144"/>
                  <a:pt x="49976" y="5144"/>
                </a:cubicBezTo>
                <a:cubicBezTo>
                  <a:pt x="50146" y="5144"/>
                  <a:pt x="50323" y="5128"/>
                  <a:pt x="50520" y="5096"/>
                </a:cubicBezTo>
                <a:cubicBezTo>
                  <a:pt x="51232" y="4983"/>
                  <a:pt x="51147" y="4882"/>
                  <a:pt x="51431" y="4385"/>
                </a:cubicBezTo>
                <a:cubicBezTo>
                  <a:pt x="51773" y="3772"/>
                  <a:pt x="52528" y="3047"/>
                  <a:pt x="53268" y="2890"/>
                </a:cubicBezTo>
                <a:cubicBezTo>
                  <a:pt x="54635" y="2605"/>
                  <a:pt x="55844" y="2235"/>
                  <a:pt x="57026" y="1438"/>
                </a:cubicBezTo>
                <a:cubicBezTo>
                  <a:pt x="57524" y="1096"/>
                  <a:pt x="58435" y="498"/>
                  <a:pt x="587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5090878" y="1236239"/>
            <a:ext cx="1457684" cy="568316"/>
          </a:xfrm>
          <a:custGeom>
            <a:avLst/>
            <a:gdLst/>
            <a:ahLst/>
            <a:cxnLst/>
            <a:rect l="l" t="t" r="r" b="b"/>
            <a:pathLst>
              <a:path w="12268" h="4783" extrusionOk="0">
                <a:moveTo>
                  <a:pt x="3958" y="1"/>
                </a:moveTo>
                <a:cubicBezTo>
                  <a:pt x="3616" y="1"/>
                  <a:pt x="3226" y="115"/>
                  <a:pt x="2787" y="383"/>
                </a:cubicBezTo>
                <a:cubicBezTo>
                  <a:pt x="757" y="1626"/>
                  <a:pt x="1760" y="3244"/>
                  <a:pt x="2326" y="3580"/>
                </a:cubicBezTo>
                <a:lnTo>
                  <a:pt x="2326" y="3580"/>
                </a:lnTo>
                <a:cubicBezTo>
                  <a:pt x="2001" y="3435"/>
                  <a:pt x="1703" y="3372"/>
                  <a:pt x="1438" y="3372"/>
                </a:cubicBezTo>
                <a:cubicBezTo>
                  <a:pt x="525" y="3372"/>
                  <a:pt x="0" y="4114"/>
                  <a:pt x="54" y="4782"/>
                </a:cubicBezTo>
                <a:lnTo>
                  <a:pt x="12268" y="4782"/>
                </a:lnTo>
                <a:cubicBezTo>
                  <a:pt x="12268" y="3779"/>
                  <a:pt x="11531" y="3405"/>
                  <a:pt x="10933" y="3405"/>
                </a:cubicBezTo>
                <a:cubicBezTo>
                  <a:pt x="10632" y="3405"/>
                  <a:pt x="10365" y="3500"/>
                  <a:pt x="10246" y="3657"/>
                </a:cubicBezTo>
                <a:cubicBezTo>
                  <a:pt x="10229" y="2933"/>
                  <a:pt x="9809" y="2569"/>
                  <a:pt x="9338" y="2569"/>
                </a:cubicBezTo>
                <a:cubicBezTo>
                  <a:pt x="9032" y="2569"/>
                  <a:pt x="8705" y="2723"/>
                  <a:pt x="8453" y="3031"/>
                </a:cubicBezTo>
                <a:cubicBezTo>
                  <a:pt x="8228" y="2002"/>
                  <a:pt x="7674" y="1627"/>
                  <a:pt x="7135" y="1627"/>
                </a:cubicBezTo>
                <a:cubicBezTo>
                  <a:pt x="6506" y="1627"/>
                  <a:pt x="5897" y="2138"/>
                  <a:pt x="5850" y="2718"/>
                </a:cubicBezTo>
                <a:lnTo>
                  <a:pt x="5850" y="2718"/>
                </a:lnTo>
                <a:cubicBezTo>
                  <a:pt x="5877" y="1678"/>
                  <a:pt x="5271" y="1"/>
                  <a:pt x="3958"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3549064" y="759013"/>
            <a:ext cx="781954" cy="331389"/>
          </a:xfrm>
          <a:custGeom>
            <a:avLst/>
            <a:gdLst/>
            <a:ahLst/>
            <a:cxnLst/>
            <a:rect l="l" t="t" r="r" b="b"/>
            <a:pathLst>
              <a:path w="6581" h="2789" extrusionOk="0">
                <a:moveTo>
                  <a:pt x="4120" y="1"/>
                </a:moveTo>
                <a:cubicBezTo>
                  <a:pt x="3423" y="1"/>
                  <a:pt x="2724" y="447"/>
                  <a:pt x="2287" y="1593"/>
                </a:cubicBezTo>
                <a:cubicBezTo>
                  <a:pt x="2061" y="1429"/>
                  <a:pt x="1809" y="1357"/>
                  <a:pt x="1559" y="1357"/>
                </a:cubicBezTo>
                <a:cubicBezTo>
                  <a:pt x="771" y="1357"/>
                  <a:pt x="1" y="2065"/>
                  <a:pt x="109" y="2789"/>
                </a:cubicBezTo>
                <a:lnTo>
                  <a:pt x="6344" y="2789"/>
                </a:lnTo>
                <a:cubicBezTo>
                  <a:pt x="6580" y="1398"/>
                  <a:pt x="5352" y="1"/>
                  <a:pt x="4120"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7541171" y="708698"/>
            <a:ext cx="889719" cy="432030"/>
          </a:xfrm>
          <a:custGeom>
            <a:avLst/>
            <a:gdLst/>
            <a:ahLst/>
            <a:cxnLst/>
            <a:rect l="l" t="t" r="r" b="b"/>
            <a:pathLst>
              <a:path w="11418" h="5544" extrusionOk="0">
                <a:moveTo>
                  <a:pt x="2837" y="1"/>
                </a:moveTo>
                <a:cubicBezTo>
                  <a:pt x="2375" y="1"/>
                  <a:pt x="1846" y="186"/>
                  <a:pt x="1339" y="504"/>
                </a:cubicBezTo>
                <a:cubicBezTo>
                  <a:pt x="1" y="1344"/>
                  <a:pt x="1339" y="5543"/>
                  <a:pt x="1339" y="5543"/>
                </a:cubicBezTo>
                <a:lnTo>
                  <a:pt x="11417" y="5543"/>
                </a:lnTo>
                <a:cubicBezTo>
                  <a:pt x="11417" y="4074"/>
                  <a:pt x="10387" y="3471"/>
                  <a:pt x="9476" y="3471"/>
                </a:cubicBezTo>
                <a:cubicBezTo>
                  <a:pt x="8965" y="3471"/>
                  <a:pt x="8492" y="3660"/>
                  <a:pt x="8257" y="3992"/>
                </a:cubicBezTo>
                <a:cubicBezTo>
                  <a:pt x="8146" y="2253"/>
                  <a:pt x="7092" y="1061"/>
                  <a:pt x="5821" y="1061"/>
                </a:cubicBezTo>
                <a:cubicBezTo>
                  <a:pt x="5291" y="1061"/>
                  <a:pt x="4724" y="1268"/>
                  <a:pt x="4171" y="1728"/>
                </a:cubicBezTo>
                <a:cubicBezTo>
                  <a:pt x="4171" y="499"/>
                  <a:pt x="3594" y="1"/>
                  <a:pt x="2837"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12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24"/>
        <p:cNvGrpSpPr/>
        <p:nvPr/>
      </p:nvGrpSpPr>
      <p:grpSpPr>
        <a:xfrm>
          <a:off x="0" y="0"/>
          <a:ext cx="0" cy="0"/>
          <a:chOff x="0" y="0"/>
          <a:chExt cx="0" cy="0"/>
        </a:xfrm>
      </p:grpSpPr>
      <p:sp>
        <p:nvSpPr>
          <p:cNvPr id="125" name="Google Shape;125;p13"/>
          <p:cNvSpPr txBox="1">
            <a:spLocks noGrp="1"/>
          </p:cNvSpPr>
          <p:nvPr>
            <p:ph type="title"/>
          </p:nvPr>
        </p:nvSpPr>
        <p:spPr>
          <a:xfrm>
            <a:off x="720000" y="540648"/>
            <a:ext cx="7704000" cy="475500"/>
          </a:xfrm>
          <a:prstGeom prst="rect">
            <a:avLst/>
          </a:prstGeom>
        </p:spPr>
        <p:txBody>
          <a:bodyPr spcFirstLastPara="1" wrap="square" lIns="91425" tIns="0"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6" name="Google Shape;126;p13"/>
          <p:cNvSpPr txBox="1">
            <a:spLocks noGrp="1"/>
          </p:cNvSpPr>
          <p:nvPr>
            <p:ph type="title" idx="2"/>
          </p:nvPr>
        </p:nvSpPr>
        <p:spPr>
          <a:xfrm>
            <a:off x="698700" y="2666025"/>
            <a:ext cx="2348100" cy="424800"/>
          </a:xfrm>
          <a:prstGeom prst="rect">
            <a:avLst/>
          </a:prstGeom>
        </p:spPr>
        <p:txBody>
          <a:bodyPr spcFirstLastPara="1" wrap="square" lIns="91425" tIns="0" rIns="91425" bIns="91425" anchor="t"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127" name="Google Shape;127;p13"/>
          <p:cNvSpPr txBox="1">
            <a:spLocks noGrp="1"/>
          </p:cNvSpPr>
          <p:nvPr>
            <p:ph type="subTitle" idx="1"/>
          </p:nvPr>
        </p:nvSpPr>
        <p:spPr>
          <a:xfrm>
            <a:off x="698700" y="3149550"/>
            <a:ext cx="2348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8" name="Google Shape;128;p13"/>
          <p:cNvSpPr txBox="1">
            <a:spLocks noGrp="1"/>
          </p:cNvSpPr>
          <p:nvPr>
            <p:ph type="title" idx="3"/>
          </p:nvPr>
        </p:nvSpPr>
        <p:spPr>
          <a:xfrm>
            <a:off x="3397943" y="2666025"/>
            <a:ext cx="2348100" cy="424800"/>
          </a:xfrm>
          <a:prstGeom prst="rect">
            <a:avLst/>
          </a:prstGeom>
        </p:spPr>
        <p:txBody>
          <a:bodyPr spcFirstLastPara="1" wrap="square" lIns="91425" tIns="0" rIns="91425" bIns="91425" anchor="t"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129" name="Google Shape;129;p13"/>
          <p:cNvSpPr txBox="1">
            <a:spLocks noGrp="1"/>
          </p:cNvSpPr>
          <p:nvPr>
            <p:ph type="subTitle" idx="4"/>
          </p:nvPr>
        </p:nvSpPr>
        <p:spPr>
          <a:xfrm>
            <a:off x="3397941" y="3149550"/>
            <a:ext cx="2348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0" name="Google Shape;130;p13"/>
          <p:cNvSpPr txBox="1">
            <a:spLocks noGrp="1"/>
          </p:cNvSpPr>
          <p:nvPr>
            <p:ph type="title" idx="5"/>
          </p:nvPr>
        </p:nvSpPr>
        <p:spPr>
          <a:xfrm>
            <a:off x="6097193" y="2666025"/>
            <a:ext cx="2348100" cy="424800"/>
          </a:xfrm>
          <a:prstGeom prst="rect">
            <a:avLst/>
          </a:prstGeom>
        </p:spPr>
        <p:txBody>
          <a:bodyPr spcFirstLastPara="1" wrap="square" lIns="91425" tIns="0" rIns="91425" bIns="91425" anchor="t"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131" name="Google Shape;131;p13"/>
          <p:cNvSpPr txBox="1">
            <a:spLocks noGrp="1"/>
          </p:cNvSpPr>
          <p:nvPr>
            <p:ph type="subTitle" idx="6"/>
          </p:nvPr>
        </p:nvSpPr>
        <p:spPr>
          <a:xfrm>
            <a:off x="6097189" y="3149550"/>
            <a:ext cx="2348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2" name="Google Shape;132;p13"/>
          <p:cNvSpPr txBox="1">
            <a:spLocks noGrp="1"/>
          </p:cNvSpPr>
          <p:nvPr>
            <p:ph type="title" idx="7" hasCustomPrompt="1"/>
          </p:nvPr>
        </p:nvSpPr>
        <p:spPr>
          <a:xfrm>
            <a:off x="805050" y="1607675"/>
            <a:ext cx="2135400" cy="881400"/>
          </a:xfrm>
          <a:prstGeom prst="rect">
            <a:avLst/>
          </a:prstGeom>
        </p:spPr>
        <p:txBody>
          <a:bodyPr spcFirstLastPara="1" wrap="square" lIns="91425" tIns="0" rIns="91425" bIns="91425" anchor="ctr" anchorCtr="0">
            <a:noAutofit/>
          </a:bodyPr>
          <a:lstStyle>
            <a:lvl1pPr lvl="0" rtl="0">
              <a:spcBef>
                <a:spcPts val="0"/>
              </a:spcBef>
              <a:spcAft>
                <a:spcPts val="0"/>
              </a:spcAft>
              <a:buClr>
                <a:schemeClr val="accent5"/>
              </a:buClr>
              <a:buSzPts val="4400"/>
              <a:buNone/>
              <a:defRPr sz="4400">
                <a:solidFill>
                  <a:schemeClr val="accent5"/>
                </a:solidFill>
              </a:defRPr>
            </a:lvl1pPr>
            <a:lvl2pPr lvl="1" rtl="0">
              <a:spcBef>
                <a:spcPts val="0"/>
              </a:spcBef>
              <a:spcAft>
                <a:spcPts val="0"/>
              </a:spcAft>
              <a:buClr>
                <a:schemeClr val="accent5"/>
              </a:buClr>
              <a:buSzPts val="4400"/>
              <a:buNone/>
              <a:defRPr sz="4400">
                <a:solidFill>
                  <a:schemeClr val="accent5"/>
                </a:solidFill>
              </a:defRPr>
            </a:lvl2pPr>
            <a:lvl3pPr lvl="2" rtl="0">
              <a:spcBef>
                <a:spcPts val="0"/>
              </a:spcBef>
              <a:spcAft>
                <a:spcPts val="0"/>
              </a:spcAft>
              <a:buClr>
                <a:schemeClr val="accent5"/>
              </a:buClr>
              <a:buSzPts val="4400"/>
              <a:buNone/>
              <a:defRPr sz="4400">
                <a:solidFill>
                  <a:schemeClr val="accent5"/>
                </a:solidFill>
              </a:defRPr>
            </a:lvl3pPr>
            <a:lvl4pPr lvl="3" rtl="0">
              <a:spcBef>
                <a:spcPts val="0"/>
              </a:spcBef>
              <a:spcAft>
                <a:spcPts val="0"/>
              </a:spcAft>
              <a:buClr>
                <a:schemeClr val="accent5"/>
              </a:buClr>
              <a:buSzPts val="4400"/>
              <a:buNone/>
              <a:defRPr sz="4400">
                <a:solidFill>
                  <a:schemeClr val="accent5"/>
                </a:solidFill>
              </a:defRPr>
            </a:lvl4pPr>
            <a:lvl5pPr lvl="4" rtl="0">
              <a:spcBef>
                <a:spcPts val="0"/>
              </a:spcBef>
              <a:spcAft>
                <a:spcPts val="0"/>
              </a:spcAft>
              <a:buClr>
                <a:schemeClr val="accent5"/>
              </a:buClr>
              <a:buSzPts val="4400"/>
              <a:buNone/>
              <a:defRPr sz="4400">
                <a:solidFill>
                  <a:schemeClr val="accent5"/>
                </a:solidFill>
              </a:defRPr>
            </a:lvl5pPr>
            <a:lvl6pPr lvl="5" rtl="0">
              <a:spcBef>
                <a:spcPts val="0"/>
              </a:spcBef>
              <a:spcAft>
                <a:spcPts val="0"/>
              </a:spcAft>
              <a:buClr>
                <a:schemeClr val="accent5"/>
              </a:buClr>
              <a:buSzPts val="4400"/>
              <a:buNone/>
              <a:defRPr sz="4400">
                <a:solidFill>
                  <a:schemeClr val="accent5"/>
                </a:solidFill>
              </a:defRPr>
            </a:lvl6pPr>
            <a:lvl7pPr lvl="6" rtl="0">
              <a:spcBef>
                <a:spcPts val="0"/>
              </a:spcBef>
              <a:spcAft>
                <a:spcPts val="0"/>
              </a:spcAft>
              <a:buClr>
                <a:schemeClr val="accent5"/>
              </a:buClr>
              <a:buSzPts val="4400"/>
              <a:buNone/>
              <a:defRPr sz="4400">
                <a:solidFill>
                  <a:schemeClr val="accent5"/>
                </a:solidFill>
              </a:defRPr>
            </a:lvl7pPr>
            <a:lvl8pPr lvl="7" rtl="0">
              <a:spcBef>
                <a:spcPts val="0"/>
              </a:spcBef>
              <a:spcAft>
                <a:spcPts val="0"/>
              </a:spcAft>
              <a:buClr>
                <a:schemeClr val="accent5"/>
              </a:buClr>
              <a:buSzPts val="4400"/>
              <a:buNone/>
              <a:defRPr sz="4400">
                <a:solidFill>
                  <a:schemeClr val="accent5"/>
                </a:solidFill>
              </a:defRPr>
            </a:lvl8pPr>
            <a:lvl9pPr lvl="8" rtl="0">
              <a:spcBef>
                <a:spcPts val="0"/>
              </a:spcBef>
              <a:spcAft>
                <a:spcPts val="0"/>
              </a:spcAft>
              <a:buClr>
                <a:schemeClr val="accent5"/>
              </a:buClr>
              <a:buSzPts val="4400"/>
              <a:buNone/>
              <a:defRPr sz="4400">
                <a:solidFill>
                  <a:schemeClr val="accent5"/>
                </a:solidFill>
              </a:defRPr>
            </a:lvl9pPr>
          </a:lstStyle>
          <a:p>
            <a:r>
              <a:t>xx%</a:t>
            </a:r>
          </a:p>
        </p:txBody>
      </p:sp>
      <p:sp>
        <p:nvSpPr>
          <p:cNvPr id="133" name="Google Shape;133;p13"/>
          <p:cNvSpPr txBox="1">
            <a:spLocks noGrp="1"/>
          </p:cNvSpPr>
          <p:nvPr>
            <p:ph type="title" idx="8" hasCustomPrompt="1"/>
          </p:nvPr>
        </p:nvSpPr>
        <p:spPr>
          <a:xfrm>
            <a:off x="3504300" y="1607675"/>
            <a:ext cx="2135400" cy="881400"/>
          </a:xfrm>
          <a:prstGeom prst="rect">
            <a:avLst/>
          </a:prstGeom>
        </p:spPr>
        <p:txBody>
          <a:bodyPr spcFirstLastPara="1" wrap="square" lIns="91425" tIns="0" rIns="91425" bIns="91425" anchor="ctr" anchorCtr="0">
            <a:noAutofit/>
          </a:bodyPr>
          <a:lstStyle>
            <a:lvl1pPr lvl="0" rtl="0">
              <a:spcBef>
                <a:spcPts val="0"/>
              </a:spcBef>
              <a:spcAft>
                <a:spcPts val="0"/>
              </a:spcAft>
              <a:buClr>
                <a:schemeClr val="accent5"/>
              </a:buClr>
              <a:buSzPts val="4400"/>
              <a:buNone/>
              <a:defRPr sz="4400">
                <a:solidFill>
                  <a:schemeClr val="accent5"/>
                </a:solidFill>
              </a:defRPr>
            </a:lvl1pPr>
            <a:lvl2pPr lvl="1" rtl="0">
              <a:spcBef>
                <a:spcPts val="0"/>
              </a:spcBef>
              <a:spcAft>
                <a:spcPts val="0"/>
              </a:spcAft>
              <a:buClr>
                <a:schemeClr val="accent5"/>
              </a:buClr>
              <a:buSzPts val="4400"/>
              <a:buNone/>
              <a:defRPr sz="4400">
                <a:solidFill>
                  <a:schemeClr val="accent5"/>
                </a:solidFill>
              </a:defRPr>
            </a:lvl2pPr>
            <a:lvl3pPr lvl="2" rtl="0">
              <a:spcBef>
                <a:spcPts val="0"/>
              </a:spcBef>
              <a:spcAft>
                <a:spcPts val="0"/>
              </a:spcAft>
              <a:buClr>
                <a:schemeClr val="accent5"/>
              </a:buClr>
              <a:buSzPts val="4400"/>
              <a:buNone/>
              <a:defRPr sz="4400">
                <a:solidFill>
                  <a:schemeClr val="accent5"/>
                </a:solidFill>
              </a:defRPr>
            </a:lvl3pPr>
            <a:lvl4pPr lvl="3" rtl="0">
              <a:spcBef>
                <a:spcPts val="0"/>
              </a:spcBef>
              <a:spcAft>
                <a:spcPts val="0"/>
              </a:spcAft>
              <a:buClr>
                <a:schemeClr val="accent5"/>
              </a:buClr>
              <a:buSzPts val="4400"/>
              <a:buNone/>
              <a:defRPr sz="4400">
                <a:solidFill>
                  <a:schemeClr val="accent5"/>
                </a:solidFill>
              </a:defRPr>
            </a:lvl4pPr>
            <a:lvl5pPr lvl="4" rtl="0">
              <a:spcBef>
                <a:spcPts val="0"/>
              </a:spcBef>
              <a:spcAft>
                <a:spcPts val="0"/>
              </a:spcAft>
              <a:buClr>
                <a:schemeClr val="accent5"/>
              </a:buClr>
              <a:buSzPts val="4400"/>
              <a:buNone/>
              <a:defRPr sz="4400">
                <a:solidFill>
                  <a:schemeClr val="accent5"/>
                </a:solidFill>
              </a:defRPr>
            </a:lvl5pPr>
            <a:lvl6pPr lvl="5" rtl="0">
              <a:spcBef>
                <a:spcPts val="0"/>
              </a:spcBef>
              <a:spcAft>
                <a:spcPts val="0"/>
              </a:spcAft>
              <a:buClr>
                <a:schemeClr val="accent5"/>
              </a:buClr>
              <a:buSzPts val="4400"/>
              <a:buNone/>
              <a:defRPr sz="4400">
                <a:solidFill>
                  <a:schemeClr val="accent5"/>
                </a:solidFill>
              </a:defRPr>
            </a:lvl6pPr>
            <a:lvl7pPr lvl="6" rtl="0">
              <a:spcBef>
                <a:spcPts val="0"/>
              </a:spcBef>
              <a:spcAft>
                <a:spcPts val="0"/>
              </a:spcAft>
              <a:buClr>
                <a:schemeClr val="accent5"/>
              </a:buClr>
              <a:buSzPts val="4400"/>
              <a:buNone/>
              <a:defRPr sz="4400">
                <a:solidFill>
                  <a:schemeClr val="accent5"/>
                </a:solidFill>
              </a:defRPr>
            </a:lvl7pPr>
            <a:lvl8pPr lvl="7" rtl="0">
              <a:spcBef>
                <a:spcPts val="0"/>
              </a:spcBef>
              <a:spcAft>
                <a:spcPts val="0"/>
              </a:spcAft>
              <a:buClr>
                <a:schemeClr val="accent5"/>
              </a:buClr>
              <a:buSzPts val="4400"/>
              <a:buNone/>
              <a:defRPr sz="4400">
                <a:solidFill>
                  <a:schemeClr val="accent5"/>
                </a:solidFill>
              </a:defRPr>
            </a:lvl8pPr>
            <a:lvl9pPr lvl="8" rtl="0">
              <a:spcBef>
                <a:spcPts val="0"/>
              </a:spcBef>
              <a:spcAft>
                <a:spcPts val="0"/>
              </a:spcAft>
              <a:buClr>
                <a:schemeClr val="accent5"/>
              </a:buClr>
              <a:buSzPts val="4400"/>
              <a:buNone/>
              <a:defRPr sz="4400">
                <a:solidFill>
                  <a:schemeClr val="accent5"/>
                </a:solidFill>
              </a:defRPr>
            </a:lvl9pPr>
          </a:lstStyle>
          <a:p>
            <a:r>
              <a:t>xx%</a:t>
            </a:r>
          </a:p>
        </p:txBody>
      </p:sp>
      <p:sp>
        <p:nvSpPr>
          <p:cNvPr id="134" name="Google Shape;134;p13"/>
          <p:cNvSpPr txBox="1">
            <a:spLocks noGrp="1"/>
          </p:cNvSpPr>
          <p:nvPr>
            <p:ph type="title" idx="9" hasCustomPrompt="1"/>
          </p:nvPr>
        </p:nvSpPr>
        <p:spPr>
          <a:xfrm>
            <a:off x="6203550" y="1607675"/>
            <a:ext cx="2135400" cy="881400"/>
          </a:xfrm>
          <a:prstGeom prst="rect">
            <a:avLst/>
          </a:prstGeom>
        </p:spPr>
        <p:txBody>
          <a:bodyPr spcFirstLastPara="1" wrap="square" lIns="91425" tIns="0" rIns="91425" bIns="91425" anchor="ctr" anchorCtr="0">
            <a:noAutofit/>
          </a:bodyPr>
          <a:lstStyle>
            <a:lvl1pPr lvl="0" rtl="0">
              <a:spcBef>
                <a:spcPts val="0"/>
              </a:spcBef>
              <a:spcAft>
                <a:spcPts val="0"/>
              </a:spcAft>
              <a:buClr>
                <a:schemeClr val="accent5"/>
              </a:buClr>
              <a:buSzPts val="4400"/>
              <a:buNone/>
              <a:defRPr sz="4400">
                <a:solidFill>
                  <a:schemeClr val="accent5"/>
                </a:solidFill>
              </a:defRPr>
            </a:lvl1pPr>
            <a:lvl2pPr lvl="1" rtl="0">
              <a:spcBef>
                <a:spcPts val="0"/>
              </a:spcBef>
              <a:spcAft>
                <a:spcPts val="0"/>
              </a:spcAft>
              <a:buClr>
                <a:schemeClr val="accent5"/>
              </a:buClr>
              <a:buSzPts val="4400"/>
              <a:buNone/>
              <a:defRPr sz="4400">
                <a:solidFill>
                  <a:schemeClr val="accent5"/>
                </a:solidFill>
              </a:defRPr>
            </a:lvl2pPr>
            <a:lvl3pPr lvl="2" rtl="0">
              <a:spcBef>
                <a:spcPts val="0"/>
              </a:spcBef>
              <a:spcAft>
                <a:spcPts val="0"/>
              </a:spcAft>
              <a:buClr>
                <a:schemeClr val="accent5"/>
              </a:buClr>
              <a:buSzPts val="4400"/>
              <a:buNone/>
              <a:defRPr sz="4400">
                <a:solidFill>
                  <a:schemeClr val="accent5"/>
                </a:solidFill>
              </a:defRPr>
            </a:lvl3pPr>
            <a:lvl4pPr lvl="3" rtl="0">
              <a:spcBef>
                <a:spcPts val="0"/>
              </a:spcBef>
              <a:spcAft>
                <a:spcPts val="0"/>
              </a:spcAft>
              <a:buClr>
                <a:schemeClr val="accent5"/>
              </a:buClr>
              <a:buSzPts val="4400"/>
              <a:buNone/>
              <a:defRPr sz="4400">
                <a:solidFill>
                  <a:schemeClr val="accent5"/>
                </a:solidFill>
              </a:defRPr>
            </a:lvl4pPr>
            <a:lvl5pPr lvl="4" rtl="0">
              <a:spcBef>
                <a:spcPts val="0"/>
              </a:spcBef>
              <a:spcAft>
                <a:spcPts val="0"/>
              </a:spcAft>
              <a:buClr>
                <a:schemeClr val="accent5"/>
              </a:buClr>
              <a:buSzPts val="4400"/>
              <a:buNone/>
              <a:defRPr sz="4400">
                <a:solidFill>
                  <a:schemeClr val="accent5"/>
                </a:solidFill>
              </a:defRPr>
            </a:lvl5pPr>
            <a:lvl6pPr lvl="5" rtl="0">
              <a:spcBef>
                <a:spcPts val="0"/>
              </a:spcBef>
              <a:spcAft>
                <a:spcPts val="0"/>
              </a:spcAft>
              <a:buClr>
                <a:schemeClr val="accent5"/>
              </a:buClr>
              <a:buSzPts val="4400"/>
              <a:buNone/>
              <a:defRPr sz="4400">
                <a:solidFill>
                  <a:schemeClr val="accent5"/>
                </a:solidFill>
              </a:defRPr>
            </a:lvl6pPr>
            <a:lvl7pPr lvl="6" rtl="0">
              <a:spcBef>
                <a:spcPts val="0"/>
              </a:spcBef>
              <a:spcAft>
                <a:spcPts val="0"/>
              </a:spcAft>
              <a:buClr>
                <a:schemeClr val="accent5"/>
              </a:buClr>
              <a:buSzPts val="4400"/>
              <a:buNone/>
              <a:defRPr sz="4400">
                <a:solidFill>
                  <a:schemeClr val="accent5"/>
                </a:solidFill>
              </a:defRPr>
            </a:lvl7pPr>
            <a:lvl8pPr lvl="7" rtl="0">
              <a:spcBef>
                <a:spcPts val="0"/>
              </a:spcBef>
              <a:spcAft>
                <a:spcPts val="0"/>
              </a:spcAft>
              <a:buClr>
                <a:schemeClr val="accent5"/>
              </a:buClr>
              <a:buSzPts val="4400"/>
              <a:buNone/>
              <a:defRPr sz="4400">
                <a:solidFill>
                  <a:schemeClr val="accent5"/>
                </a:solidFill>
              </a:defRPr>
            </a:lvl8pPr>
            <a:lvl9pPr lvl="8" rtl="0">
              <a:spcBef>
                <a:spcPts val="0"/>
              </a:spcBef>
              <a:spcAft>
                <a:spcPts val="0"/>
              </a:spcAft>
              <a:buClr>
                <a:schemeClr val="accent5"/>
              </a:buClr>
              <a:buSzPts val="4400"/>
              <a:buNone/>
              <a:defRPr sz="4400">
                <a:solidFill>
                  <a:schemeClr val="accent5"/>
                </a:solidFill>
              </a:defRPr>
            </a:lvl9pPr>
          </a:lstStyle>
          <a:p>
            <a:r>
              <a:t>xx%</a:t>
            </a:r>
          </a:p>
        </p:txBody>
      </p:sp>
      <p:sp>
        <p:nvSpPr>
          <p:cNvPr id="135" name="Google Shape;135;p13"/>
          <p:cNvSpPr/>
          <p:nvPr/>
        </p:nvSpPr>
        <p:spPr>
          <a:xfrm>
            <a:off x="-6755" y="2755448"/>
            <a:ext cx="9146073" cy="1813246"/>
          </a:xfrm>
          <a:custGeom>
            <a:avLst/>
            <a:gdLst/>
            <a:ahLst/>
            <a:cxnLst/>
            <a:rect l="l" t="t" r="r" b="b"/>
            <a:pathLst>
              <a:path w="38420" h="7617" extrusionOk="0">
                <a:moveTo>
                  <a:pt x="2861" y="1"/>
                </a:moveTo>
                <a:cubicBezTo>
                  <a:pt x="2307" y="1"/>
                  <a:pt x="1823" y="328"/>
                  <a:pt x="1609" y="812"/>
                </a:cubicBezTo>
                <a:cubicBezTo>
                  <a:pt x="1438" y="627"/>
                  <a:pt x="1197" y="513"/>
                  <a:pt x="940" y="513"/>
                </a:cubicBezTo>
                <a:cubicBezTo>
                  <a:pt x="413" y="513"/>
                  <a:pt x="1" y="940"/>
                  <a:pt x="1" y="1467"/>
                </a:cubicBezTo>
                <a:lnTo>
                  <a:pt x="1" y="7617"/>
                </a:lnTo>
                <a:lnTo>
                  <a:pt x="38420" y="7617"/>
                </a:lnTo>
                <a:lnTo>
                  <a:pt x="38420" y="4457"/>
                </a:lnTo>
                <a:cubicBezTo>
                  <a:pt x="38420" y="3161"/>
                  <a:pt x="37366" y="2107"/>
                  <a:pt x="36071" y="2107"/>
                </a:cubicBezTo>
                <a:cubicBezTo>
                  <a:pt x="35231" y="2107"/>
                  <a:pt x="34506" y="2534"/>
                  <a:pt x="34092" y="3189"/>
                </a:cubicBezTo>
                <a:cubicBezTo>
                  <a:pt x="33822" y="2904"/>
                  <a:pt x="33424" y="2720"/>
                  <a:pt x="32997" y="2720"/>
                </a:cubicBezTo>
                <a:cubicBezTo>
                  <a:pt x="32257" y="2720"/>
                  <a:pt x="31644" y="3261"/>
                  <a:pt x="31530" y="3958"/>
                </a:cubicBezTo>
                <a:cubicBezTo>
                  <a:pt x="31431" y="3929"/>
                  <a:pt x="31331" y="3901"/>
                  <a:pt x="31217" y="3901"/>
                </a:cubicBezTo>
                <a:cubicBezTo>
                  <a:pt x="30818" y="3901"/>
                  <a:pt x="30477" y="4172"/>
                  <a:pt x="30349" y="4527"/>
                </a:cubicBezTo>
                <a:cubicBezTo>
                  <a:pt x="30150" y="4413"/>
                  <a:pt x="29922" y="4356"/>
                  <a:pt x="29680" y="4356"/>
                </a:cubicBezTo>
                <a:cubicBezTo>
                  <a:pt x="29053" y="4356"/>
                  <a:pt x="28527" y="4770"/>
                  <a:pt x="28370" y="5353"/>
                </a:cubicBezTo>
                <a:cubicBezTo>
                  <a:pt x="28157" y="5125"/>
                  <a:pt x="27858" y="4983"/>
                  <a:pt x="27531" y="4983"/>
                </a:cubicBezTo>
                <a:cubicBezTo>
                  <a:pt x="27487" y="4983"/>
                  <a:pt x="27430" y="4997"/>
                  <a:pt x="27388" y="4997"/>
                </a:cubicBezTo>
                <a:lnTo>
                  <a:pt x="27388" y="4884"/>
                </a:lnTo>
                <a:cubicBezTo>
                  <a:pt x="27388" y="4043"/>
                  <a:pt x="26705" y="3360"/>
                  <a:pt x="25865" y="3360"/>
                </a:cubicBezTo>
                <a:cubicBezTo>
                  <a:pt x="25225" y="3360"/>
                  <a:pt x="24669" y="3758"/>
                  <a:pt x="24456" y="4328"/>
                </a:cubicBezTo>
                <a:cubicBezTo>
                  <a:pt x="24270" y="4214"/>
                  <a:pt x="24043" y="4157"/>
                  <a:pt x="23815" y="4157"/>
                </a:cubicBezTo>
                <a:cubicBezTo>
                  <a:pt x="23659" y="4157"/>
                  <a:pt x="23517" y="4186"/>
                  <a:pt x="23374" y="4229"/>
                </a:cubicBezTo>
                <a:cubicBezTo>
                  <a:pt x="23388" y="4214"/>
                  <a:pt x="23388" y="4200"/>
                  <a:pt x="23388" y="4172"/>
                </a:cubicBezTo>
                <a:cubicBezTo>
                  <a:pt x="23388" y="3375"/>
                  <a:pt x="22733" y="2720"/>
                  <a:pt x="21922" y="2720"/>
                </a:cubicBezTo>
                <a:cubicBezTo>
                  <a:pt x="21253" y="2720"/>
                  <a:pt x="20683" y="3189"/>
                  <a:pt x="20527" y="3815"/>
                </a:cubicBezTo>
                <a:cubicBezTo>
                  <a:pt x="20342" y="3702"/>
                  <a:pt x="20142" y="3645"/>
                  <a:pt x="19929" y="3645"/>
                </a:cubicBezTo>
                <a:cubicBezTo>
                  <a:pt x="19303" y="3645"/>
                  <a:pt x="18804" y="4143"/>
                  <a:pt x="18791" y="4755"/>
                </a:cubicBezTo>
                <a:cubicBezTo>
                  <a:pt x="18463" y="4599"/>
                  <a:pt x="18093" y="4499"/>
                  <a:pt x="17709" y="4499"/>
                </a:cubicBezTo>
                <a:cubicBezTo>
                  <a:pt x="17225" y="4499"/>
                  <a:pt x="16783" y="4641"/>
                  <a:pt x="16399" y="4884"/>
                </a:cubicBezTo>
                <a:cubicBezTo>
                  <a:pt x="16228" y="4669"/>
                  <a:pt x="15957" y="4527"/>
                  <a:pt x="15659" y="4527"/>
                </a:cubicBezTo>
                <a:cubicBezTo>
                  <a:pt x="15232" y="4527"/>
                  <a:pt x="14875" y="4798"/>
                  <a:pt x="14733" y="5168"/>
                </a:cubicBezTo>
                <a:cubicBezTo>
                  <a:pt x="14492" y="5054"/>
                  <a:pt x="14221" y="4983"/>
                  <a:pt x="13936" y="4983"/>
                </a:cubicBezTo>
                <a:cubicBezTo>
                  <a:pt x="13794" y="4983"/>
                  <a:pt x="13666" y="5011"/>
                  <a:pt x="13537" y="5026"/>
                </a:cubicBezTo>
                <a:lnTo>
                  <a:pt x="13537" y="4926"/>
                </a:lnTo>
                <a:cubicBezTo>
                  <a:pt x="13537" y="4058"/>
                  <a:pt x="12826" y="3360"/>
                  <a:pt x="11972" y="3360"/>
                </a:cubicBezTo>
                <a:cubicBezTo>
                  <a:pt x="11231" y="3360"/>
                  <a:pt x="10620" y="3872"/>
                  <a:pt x="10449" y="4556"/>
                </a:cubicBezTo>
                <a:cubicBezTo>
                  <a:pt x="10164" y="4157"/>
                  <a:pt x="9694" y="3901"/>
                  <a:pt x="9182" y="3901"/>
                </a:cubicBezTo>
                <a:cubicBezTo>
                  <a:pt x="8982" y="3901"/>
                  <a:pt x="8783" y="3944"/>
                  <a:pt x="8612" y="4015"/>
                </a:cubicBezTo>
                <a:cubicBezTo>
                  <a:pt x="8641" y="3887"/>
                  <a:pt x="8656" y="3773"/>
                  <a:pt x="8656" y="3645"/>
                </a:cubicBezTo>
                <a:cubicBezTo>
                  <a:pt x="8656" y="2791"/>
                  <a:pt x="7972" y="2107"/>
                  <a:pt x="7132" y="2107"/>
                </a:cubicBezTo>
                <a:cubicBezTo>
                  <a:pt x="6606" y="2107"/>
                  <a:pt x="6150" y="2363"/>
                  <a:pt x="5879" y="2762"/>
                </a:cubicBezTo>
                <a:cubicBezTo>
                  <a:pt x="5723" y="2207"/>
                  <a:pt x="5211" y="1794"/>
                  <a:pt x="4613" y="1794"/>
                </a:cubicBezTo>
                <a:cubicBezTo>
                  <a:pt x="4427" y="1794"/>
                  <a:pt x="4256" y="1837"/>
                  <a:pt x="4100" y="1908"/>
                </a:cubicBezTo>
                <a:cubicBezTo>
                  <a:pt x="4171" y="1737"/>
                  <a:pt x="4214" y="1553"/>
                  <a:pt x="4214" y="1353"/>
                </a:cubicBezTo>
                <a:cubicBezTo>
                  <a:pt x="4214" y="613"/>
                  <a:pt x="3602" y="1"/>
                  <a:pt x="2861"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3"/>
          <p:cNvSpPr/>
          <p:nvPr/>
        </p:nvSpPr>
        <p:spPr>
          <a:xfrm>
            <a:off x="0" y="4455074"/>
            <a:ext cx="9144006" cy="688419"/>
          </a:xfrm>
          <a:custGeom>
            <a:avLst/>
            <a:gdLst/>
            <a:ahLst/>
            <a:cxnLst/>
            <a:rect l="l" t="t" r="r" b="b"/>
            <a:pathLst>
              <a:path w="38421" h="11931" extrusionOk="0">
                <a:moveTo>
                  <a:pt x="21037" y="0"/>
                </a:moveTo>
                <a:cubicBezTo>
                  <a:pt x="20192" y="0"/>
                  <a:pt x="19354" y="22"/>
                  <a:pt x="18535" y="74"/>
                </a:cubicBezTo>
                <a:cubicBezTo>
                  <a:pt x="16257" y="216"/>
                  <a:pt x="14279" y="572"/>
                  <a:pt x="11901" y="600"/>
                </a:cubicBezTo>
                <a:cubicBezTo>
                  <a:pt x="11776" y="602"/>
                  <a:pt x="11652" y="603"/>
                  <a:pt x="11529" y="603"/>
                </a:cubicBezTo>
                <a:cubicBezTo>
                  <a:pt x="8684" y="603"/>
                  <a:pt x="6090" y="158"/>
                  <a:pt x="3227" y="158"/>
                </a:cubicBezTo>
                <a:cubicBezTo>
                  <a:pt x="3143" y="158"/>
                  <a:pt x="3060" y="159"/>
                  <a:pt x="2977" y="159"/>
                </a:cubicBezTo>
                <a:cubicBezTo>
                  <a:pt x="1895" y="173"/>
                  <a:pt x="898" y="245"/>
                  <a:pt x="1" y="372"/>
                </a:cubicBezTo>
                <a:lnTo>
                  <a:pt x="1" y="11931"/>
                </a:lnTo>
                <a:lnTo>
                  <a:pt x="38421" y="11931"/>
                </a:lnTo>
                <a:lnTo>
                  <a:pt x="38421" y="45"/>
                </a:lnTo>
                <a:cubicBezTo>
                  <a:pt x="38071" y="36"/>
                  <a:pt x="37720" y="31"/>
                  <a:pt x="37370" y="31"/>
                </a:cubicBezTo>
                <a:cubicBezTo>
                  <a:pt x="36679" y="31"/>
                  <a:pt x="35993" y="50"/>
                  <a:pt x="35331" y="88"/>
                </a:cubicBezTo>
                <a:cubicBezTo>
                  <a:pt x="33766" y="188"/>
                  <a:pt x="32314" y="387"/>
                  <a:pt x="30677" y="401"/>
                </a:cubicBezTo>
                <a:cubicBezTo>
                  <a:pt x="30521" y="404"/>
                  <a:pt x="30364" y="406"/>
                  <a:pt x="30208" y="406"/>
                </a:cubicBezTo>
                <a:cubicBezTo>
                  <a:pt x="29059" y="406"/>
                  <a:pt x="27922" y="320"/>
                  <a:pt x="26819" y="245"/>
                </a:cubicBezTo>
                <a:cubicBezTo>
                  <a:pt x="24954" y="115"/>
                  <a:pt x="22978"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3"/>
          <p:cNvSpPr/>
          <p:nvPr/>
        </p:nvSpPr>
        <p:spPr>
          <a:xfrm flipH="1">
            <a:off x="0" y="4796175"/>
            <a:ext cx="9144025" cy="347325"/>
          </a:xfrm>
          <a:custGeom>
            <a:avLst/>
            <a:gdLst/>
            <a:ahLst/>
            <a:cxnLst/>
            <a:rect l="l" t="t" r="r" b="b"/>
            <a:pathLst>
              <a:path w="38434" h="5832" extrusionOk="0">
                <a:moveTo>
                  <a:pt x="3974" y="0"/>
                </a:moveTo>
                <a:cubicBezTo>
                  <a:pt x="2468" y="0"/>
                  <a:pt x="1146" y="66"/>
                  <a:pt x="0" y="166"/>
                </a:cubicBezTo>
                <a:lnTo>
                  <a:pt x="0" y="5831"/>
                </a:lnTo>
                <a:lnTo>
                  <a:pt x="38434" y="5831"/>
                </a:lnTo>
                <a:lnTo>
                  <a:pt x="38434" y="2187"/>
                </a:lnTo>
                <a:cubicBezTo>
                  <a:pt x="37628" y="2226"/>
                  <a:pt x="36759" y="2244"/>
                  <a:pt x="35836" y="2244"/>
                </a:cubicBezTo>
                <a:cubicBezTo>
                  <a:pt x="32715" y="2244"/>
                  <a:pt x="28983" y="2036"/>
                  <a:pt x="25039" y="1717"/>
                </a:cubicBezTo>
                <a:cubicBezTo>
                  <a:pt x="22079" y="1489"/>
                  <a:pt x="19018" y="1204"/>
                  <a:pt x="16000" y="919"/>
                </a:cubicBezTo>
                <a:cubicBezTo>
                  <a:pt x="13922" y="707"/>
                  <a:pt x="11872" y="507"/>
                  <a:pt x="9907" y="308"/>
                </a:cubicBezTo>
                <a:cubicBezTo>
                  <a:pt x="7678" y="87"/>
                  <a:pt x="5705" y="0"/>
                  <a:pt x="39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3"/>
          <p:cNvSpPr/>
          <p:nvPr/>
        </p:nvSpPr>
        <p:spPr>
          <a:xfrm>
            <a:off x="805046" y="717348"/>
            <a:ext cx="889719" cy="432030"/>
          </a:xfrm>
          <a:custGeom>
            <a:avLst/>
            <a:gdLst/>
            <a:ahLst/>
            <a:cxnLst/>
            <a:rect l="l" t="t" r="r" b="b"/>
            <a:pathLst>
              <a:path w="11418" h="5544" extrusionOk="0">
                <a:moveTo>
                  <a:pt x="2837" y="1"/>
                </a:moveTo>
                <a:cubicBezTo>
                  <a:pt x="2375" y="1"/>
                  <a:pt x="1846" y="186"/>
                  <a:pt x="1339" y="504"/>
                </a:cubicBezTo>
                <a:cubicBezTo>
                  <a:pt x="1" y="1344"/>
                  <a:pt x="1339" y="5543"/>
                  <a:pt x="1339" y="5543"/>
                </a:cubicBezTo>
                <a:lnTo>
                  <a:pt x="11417" y="5543"/>
                </a:lnTo>
                <a:cubicBezTo>
                  <a:pt x="11417" y="4074"/>
                  <a:pt x="10387" y="3471"/>
                  <a:pt x="9476" y="3471"/>
                </a:cubicBezTo>
                <a:cubicBezTo>
                  <a:pt x="8965" y="3471"/>
                  <a:pt x="8492" y="3660"/>
                  <a:pt x="8257" y="3992"/>
                </a:cubicBezTo>
                <a:cubicBezTo>
                  <a:pt x="8146" y="2253"/>
                  <a:pt x="7092" y="1061"/>
                  <a:pt x="5821" y="1061"/>
                </a:cubicBezTo>
                <a:cubicBezTo>
                  <a:pt x="5291" y="1061"/>
                  <a:pt x="4724" y="1268"/>
                  <a:pt x="4171" y="1728"/>
                </a:cubicBezTo>
                <a:cubicBezTo>
                  <a:pt x="4171" y="499"/>
                  <a:pt x="3594" y="1"/>
                  <a:pt x="2837"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3"/>
          <p:cNvSpPr/>
          <p:nvPr/>
        </p:nvSpPr>
        <p:spPr>
          <a:xfrm flipH="1">
            <a:off x="7220376" y="885776"/>
            <a:ext cx="1118564" cy="347332"/>
          </a:xfrm>
          <a:custGeom>
            <a:avLst/>
            <a:gdLst/>
            <a:ahLst/>
            <a:cxnLst/>
            <a:rect l="l" t="t" r="r" b="b"/>
            <a:pathLst>
              <a:path w="11418" h="5544" extrusionOk="0">
                <a:moveTo>
                  <a:pt x="2837" y="1"/>
                </a:moveTo>
                <a:cubicBezTo>
                  <a:pt x="2375" y="1"/>
                  <a:pt x="1846" y="186"/>
                  <a:pt x="1339" y="504"/>
                </a:cubicBezTo>
                <a:cubicBezTo>
                  <a:pt x="1" y="1344"/>
                  <a:pt x="1339" y="5543"/>
                  <a:pt x="1339" y="5543"/>
                </a:cubicBezTo>
                <a:lnTo>
                  <a:pt x="11417" y="5543"/>
                </a:lnTo>
                <a:cubicBezTo>
                  <a:pt x="11417" y="4074"/>
                  <a:pt x="10387" y="3471"/>
                  <a:pt x="9476" y="3471"/>
                </a:cubicBezTo>
                <a:cubicBezTo>
                  <a:pt x="8965" y="3471"/>
                  <a:pt x="8492" y="3660"/>
                  <a:pt x="8257" y="3992"/>
                </a:cubicBezTo>
                <a:cubicBezTo>
                  <a:pt x="8146" y="2253"/>
                  <a:pt x="7092" y="1061"/>
                  <a:pt x="5821" y="1061"/>
                </a:cubicBezTo>
                <a:cubicBezTo>
                  <a:pt x="5291" y="1061"/>
                  <a:pt x="4724" y="1268"/>
                  <a:pt x="4171" y="1728"/>
                </a:cubicBezTo>
                <a:cubicBezTo>
                  <a:pt x="4171" y="499"/>
                  <a:pt x="3594" y="1"/>
                  <a:pt x="2837"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CUSTOM_1">
    <p:spTree>
      <p:nvGrpSpPr>
        <p:cNvPr id="1" name="Shape 189"/>
        <p:cNvGrpSpPr/>
        <p:nvPr/>
      </p:nvGrpSpPr>
      <p:grpSpPr>
        <a:xfrm>
          <a:off x="0" y="0"/>
          <a:ext cx="0" cy="0"/>
          <a:chOff x="0" y="0"/>
          <a:chExt cx="0" cy="0"/>
        </a:xfrm>
      </p:grpSpPr>
      <p:sp>
        <p:nvSpPr>
          <p:cNvPr id="190" name="Google Shape;190;p19"/>
          <p:cNvSpPr txBox="1">
            <a:spLocks noGrp="1"/>
          </p:cNvSpPr>
          <p:nvPr>
            <p:ph type="title"/>
          </p:nvPr>
        </p:nvSpPr>
        <p:spPr>
          <a:xfrm>
            <a:off x="1722850" y="652800"/>
            <a:ext cx="5657400" cy="1640700"/>
          </a:xfrm>
          <a:prstGeom prst="rect">
            <a:avLst/>
          </a:prstGeom>
        </p:spPr>
        <p:txBody>
          <a:bodyPr spcFirstLastPara="1" wrap="square" lIns="91425" tIns="0" rIns="91425" bIns="91425" anchor="t" anchorCtr="0">
            <a:noAutofit/>
          </a:bodyPr>
          <a:lstStyle>
            <a:lvl1pPr lvl="0" algn="ctr" rtl="0">
              <a:spcBef>
                <a:spcPts val="0"/>
              </a:spcBef>
              <a:spcAft>
                <a:spcPts val="0"/>
              </a:spcAft>
              <a:buSzPts val="3500"/>
              <a:buNone/>
              <a:defRPr sz="1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91" name="Google Shape;191;p19"/>
          <p:cNvSpPr txBox="1">
            <a:spLocks noGrp="1"/>
          </p:cNvSpPr>
          <p:nvPr>
            <p:ph type="subTitle" idx="1"/>
          </p:nvPr>
        </p:nvSpPr>
        <p:spPr>
          <a:xfrm>
            <a:off x="2138100" y="2454175"/>
            <a:ext cx="4872900" cy="51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2" name="Google Shape;192;p19"/>
          <p:cNvSpPr/>
          <p:nvPr/>
        </p:nvSpPr>
        <p:spPr>
          <a:xfrm>
            <a:off x="0" y="4780845"/>
            <a:ext cx="9143960" cy="362660"/>
          </a:xfrm>
          <a:custGeom>
            <a:avLst/>
            <a:gdLst/>
            <a:ahLst/>
            <a:cxnLst/>
            <a:rect l="l" t="t" r="r" b="b"/>
            <a:pathLst>
              <a:path w="38420" h="9296" extrusionOk="0">
                <a:moveTo>
                  <a:pt x="1" y="1"/>
                </a:moveTo>
                <a:lnTo>
                  <a:pt x="1" y="9296"/>
                </a:lnTo>
                <a:lnTo>
                  <a:pt x="38420" y="9296"/>
                </a:lnTo>
                <a:lnTo>
                  <a:pt x="384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9"/>
          <p:cNvSpPr/>
          <p:nvPr/>
        </p:nvSpPr>
        <p:spPr>
          <a:xfrm>
            <a:off x="0" y="4030000"/>
            <a:ext cx="9144006" cy="878978"/>
          </a:xfrm>
          <a:custGeom>
            <a:avLst/>
            <a:gdLst/>
            <a:ahLst/>
            <a:cxnLst/>
            <a:rect l="l" t="t" r="r" b="b"/>
            <a:pathLst>
              <a:path w="38421" h="3062" extrusionOk="0">
                <a:moveTo>
                  <a:pt x="27659" y="1"/>
                </a:moveTo>
                <a:cubicBezTo>
                  <a:pt x="25723" y="1"/>
                  <a:pt x="23829" y="642"/>
                  <a:pt x="21880" y="741"/>
                </a:cubicBezTo>
                <a:cubicBezTo>
                  <a:pt x="21694" y="741"/>
                  <a:pt x="21495" y="756"/>
                  <a:pt x="21310" y="756"/>
                </a:cubicBezTo>
                <a:cubicBezTo>
                  <a:pt x="20456" y="756"/>
                  <a:pt x="19602" y="670"/>
                  <a:pt x="18748" y="585"/>
                </a:cubicBezTo>
                <a:cubicBezTo>
                  <a:pt x="17894" y="499"/>
                  <a:pt x="17053" y="414"/>
                  <a:pt x="16199" y="414"/>
                </a:cubicBezTo>
                <a:cubicBezTo>
                  <a:pt x="15630" y="414"/>
                  <a:pt x="15075" y="456"/>
                  <a:pt x="14506" y="556"/>
                </a:cubicBezTo>
                <a:cubicBezTo>
                  <a:pt x="13766" y="699"/>
                  <a:pt x="13054" y="940"/>
                  <a:pt x="12314" y="1082"/>
                </a:cubicBezTo>
                <a:cubicBezTo>
                  <a:pt x="11773" y="1183"/>
                  <a:pt x="11217" y="1225"/>
                  <a:pt x="10676" y="1225"/>
                </a:cubicBezTo>
                <a:cubicBezTo>
                  <a:pt x="8456" y="1225"/>
                  <a:pt x="6221" y="556"/>
                  <a:pt x="3972" y="499"/>
                </a:cubicBezTo>
                <a:lnTo>
                  <a:pt x="3688" y="499"/>
                </a:lnTo>
                <a:cubicBezTo>
                  <a:pt x="2591" y="499"/>
                  <a:pt x="1239" y="655"/>
                  <a:pt x="0" y="997"/>
                </a:cubicBezTo>
                <a:lnTo>
                  <a:pt x="0" y="3062"/>
                </a:lnTo>
                <a:lnTo>
                  <a:pt x="38420" y="3062"/>
                </a:lnTo>
                <a:lnTo>
                  <a:pt x="38420" y="655"/>
                </a:lnTo>
                <a:cubicBezTo>
                  <a:pt x="38149" y="670"/>
                  <a:pt x="37865" y="699"/>
                  <a:pt x="37580" y="741"/>
                </a:cubicBezTo>
                <a:cubicBezTo>
                  <a:pt x="36513" y="869"/>
                  <a:pt x="35459" y="1111"/>
                  <a:pt x="34378" y="1111"/>
                </a:cubicBezTo>
                <a:lnTo>
                  <a:pt x="34306" y="1111"/>
                </a:lnTo>
                <a:cubicBezTo>
                  <a:pt x="32185" y="1097"/>
                  <a:pt x="30221" y="114"/>
                  <a:pt x="281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9"/>
          <p:cNvSpPr/>
          <p:nvPr/>
        </p:nvSpPr>
        <p:spPr>
          <a:xfrm>
            <a:off x="1026325" y="1881248"/>
            <a:ext cx="514019" cy="177202"/>
          </a:xfrm>
          <a:custGeom>
            <a:avLst/>
            <a:gdLst/>
            <a:ahLst/>
            <a:cxnLst/>
            <a:rect l="l" t="t" r="r" b="b"/>
            <a:pathLst>
              <a:path w="4998" h="1723" extrusionOk="0">
                <a:moveTo>
                  <a:pt x="1382" y="0"/>
                </a:moveTo>
                <a:cubicBezTo>
                  <a:pt x="1054" y="0"/>
                  <a:pt x="769" y="270"/>
                  <a:pt x="911" y="925"/>
                </a:cubicBezTo>
                <a:cubicBezTo>
                  <a:pt x="812" y="868"/>
                  <a:pt x="727" y="839"/>
                  <a:pt x="641" y="839"/>
                </a:cubicBezTo>
                <a:cubicBezTo>
                  <a:pt x="228" y="839"/>
                  <a:pt x="0" y="1380"/>
                  <a:pt x="484" y="1722"/>
                </a:cubicBezTo>
                <a:lnTo>
                  <a:pt x="4954" y="1722"/>
                </a:lnTo>
                <a:cubicBezTo>
                  <a:pt x="4997" y="1437"/>
                  <a:pt x="4713" y="1210"/>
                  <a:pt x="4485" y="1210"/>
                </a:cubicBezTo>
                <a:cubicBezTo>
                  <a:pt x="4385" y="1210"/>
                  <a:pt x="4299" y="1253"/>
                  <a:pt x="4257" y="1352"/>
                </a:cubicBezTo>
                <a:cubicBezTo>
                  <a:pt x="4229" y="1067"/>
                  <a:pt x="4015" y="896"/>
                  <a:pt x="3830" y="896"/>
                </a:cubicBezTo>
                <a:cubicBezTo>
                  <a:pt x="3716" y="896"/>
                  <a:pt x="3631" y="953"/>
                  <a:pt x="3602" y="1096"/>
                </a:cubicBezTo>
                <a:cubicBezTo>
                  <a:pt x="3574" y="826"/>
                  <a:pt x="3118" y="399"/>
                  <a:pt x="2720" y="399"/>
                </a:cubicBezTo>
                <a:cubicBezTo>
                  <a:pt x="2492" y="399"/>
                  <a:pt x="2278" y="541"/>
                  <a:pt x="2179" y="940"/>
                </a:cubicBezTo>
                <a:cubicBezTo>
                  <a:pt x="2236" y="370"/>
                  <a:pt x="1765" y="0"/>
                  <a:pt x="1382" y="0"/>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9"/>
          <p:cNvSpPr/>
          <p:nvPr/>
        </p:nvSpPr>
        <p:spPr>
          <a:xfrm>
            <a:off x="1476008" y="3291215"/>
            <a:ext cx="1261702" cy="491908"/>
          </a:xfrm>
          <a:custGeom>
            <a:avLst/>
            <a:gdLst/>
            <a:ahLst/>
            <a:cxnLst/>
            <a:rect l="l" t="t" r="r" b="b"/>
            <a:pathLst>
              <a:path w="12268" h="4783" extrusionOk="0">
                <a:moveTo>
                  <a:pt x="3958" y="1"/>
                </a:moveTo>
                <a:cubicBezTo>
                  <a:pt x="3616" y="1"/>
                  <a:pt x="3226" y="115"/>
                  <a:pt x="2787" y="383"/>
                </a:cubicBezTo>
                <a:cubicBezTo>
                  <a:pt x="757" y="1626"/>
                  <a:pt x="1760" y="3244"/>
                  <a:pt x="2326" y="3580"/>
                </a:cubicBezTo>
                <a:lnTo>
                  <a:pt x="2326" y="3580"/>
                </a:lnTo>
                <a:cubicBezTo>
                  <a:pt x="2001" y="3435"/>
                  <a:pt x="1703" y="3372"/>
                  <a:pt x="1438" y="3372"/>
                </a:cubicBezTo>
                <a:cubicBezTo>
                  <a:pt x="525" y="3372"/>
                  <a:pt x="0" y="4114"/>
                  <a:pt x="54" y="4782"/>
                </a:cubicBezTo>
                <a:lnTo>
                  <a:pt x="12268" y="4782"/>
                </a:lnTo>
                <a:cubicBezTo>
                  <a:pt x="12268" y="3779"/>
                  <a:pt x="11531" y="3405"/>
                  <a:pt x="10933" y="3405"/>
                </a:cubicBezTo>
                <a:cubicBezTo>
                  <a:pt x="10632" y="3405"/>
                  <a:pt x="10365" y="3500"/>
                  <a:pt x="10246" y="3657"/>
                </a:cubicBezTo>
                <a:cubicBezTo>
                  <a:pt x="10229" y="2933"/>
                  <a:pt x="9809" y="2569"/>
                  <a:pt x="9338" y="2569"/>
                </a:cubicBezTo>
                <a:cubicBezTo>
                  <a:pt x="9032" y="2569"/>
                  <a:pt x="8705" y="2723"/>
                  <a:pt x="8453" y="3031"/>
                </a:cubicBezTo>
                <a:cubicBezTo>
                  <a:pt x="8228" y="2002"/>
                  <a:pt x="7674" y="1627"/>
                  <a:pt x="7135" y="1627"/>
                </a:cubicBezTo>
                <a:cubicBezTo>
                  <a:pt x="6506" y="1627"/>
                  <a:pt x="5897" y="2138"/>
                  <a:pt x="5850" y="2718"/>
                </a:cubicBezTo>
                <a:lnTo>
                  <a:pt x="5850" y="2718"/>
                </a:lnTo>
                <a:cubicBezTo>
                  <a:pt x="5877" y="1678"/>
                  <a:pt x="5271" y="1"/>
                  <a:pt x="3958"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9"/>
          <p:cNvSpPr/>
          <p:nvPr/>
        </p:nvSpPr>
        <p:spPr>
          <a:xfrm>
            <a:off x="7363801" y="833450"/>
            <a:ext cx="834121" cy="286824"/>
          </a:xfrm>
          <a:custGeom>
            <a:avLst/>
            <a:gdLst/>
            <a:ahLst/>
            <a:cxnLst/>
            <a:rect l="l" t="t" r="r" b="b"/>
            <a:pathLst>
              <a:path w="7464" h="3247" extrusionOk="0">
                <a:moveTo>
                  <a:pt x="3325" y="0"/>
                </a:moveTo>
                <a:cubicBezTo>
                  <a:pt x="2309" y="0"/>
                  <a:pt x="1625" y="1087"/>
                  <a:pt x="1919" y="2250"/>
                </a:cubicBezTo>
                <a:cubicBezTo>
                  <a:pt x="1815" y="2013"/>
                  <a:pt x="1610" y="1913"/>
                  <a:pt x="1376" y="1913"/>
                </a:cubicBezTo>
                <a:cubicBezTo>
                  <a:pt x="781" y="1913"/>
                  <a:pt x="1" y="2561"/>
                  <a:pt x="226" y="3246"/>
                </a:cubicBezTo>
                <a:lnTo>
                  <a:pt x="7442" y="3246"/>
                </a:lnTo>
                <a:cubicBezTo>
                  <a:pt x="7464" y="2847"/>
                  <a:pt x="7290" y="2433"/>
                  <a:pt x="6933" y="2433"/>
                </a:cubicBezTo>
                <a:cubicBezTo>
                  <a:pt x="6818" y="2433"/>
                  <a:pt x="6684" y="2476"/>
                  <a:pt x="6531" y="2577"/>
                </a:cubicBezTo>
                <a:cubicBezTo>
                  <a:pt x="6499" y="2083"/>
                  <a:pt x="6147" y="1861"/>
                  <a:pt x="5748" y="1861"/>
                </a:cubicBezTo>
                <a:cubicBezTo>
                  <a:pt x="5433" y="1861"/>
                  <a:pt x="5090" y="1999"/>
                  <a:pt x="4851" y="2250"/>
                </a:cubicBezTo>
                <a:cubicBezTo>
                  <a:pt x="5250" y="1267"/>
                  <a:pt x="4638" y="171"/>
                  <a:pt x="3528" y="14"/>
                </a:cubicBezTo>
                <a:cubicBezTo>
                  <a:pt x="3459" y="5"/>
                  <a:pt x="3391" y="0"/>
                  <a:pt x="3325" y="0"/>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9"/>
          <p:cNvSpPr/>
          <p:nvPr/>
        </p:nvSpPr>
        <p:spPr>
          <a:xfrm>
            <a:off x="7409203" y="3134200"/>
            <a:ext cx="676823" cy="286835"/>
          </a:xfrm>
          <a:custGeom>
            <a:avLst/>
            <a:gdLst/>
            <a:ahLst/>
            <a:cxnLst/>
            <a:rect l="l" t="t" r="r" b="b"/>
            <a:pathLst>
              <a:path w="6581" h="2789" extrusionOk="0">
                <a:moveTo>
                  <a:pt x="4120" y="1"/>
                </a:moveTo>
                <a:cubicBezTo>
                  <a:pt x="3423" y="1"/>
                  <a:pt x="2724" y="447"/>
                  <a:pt x="2287" y="1593"/>
                </a:cubicBezTo>
                <a:cubicBezTo>
                  <a:pt x="2061" y="1429"/>
                  <a:pt x="1809" y="1357"/>
                  <a:pt x="1559" y="1357"/>
                </a:cubicBezTo>
                <a:cubicBezTo>
                  <a:pt x="771" y="1357"/>
                  <a:pt x="1" y="2065"/>
                  <a:pt x="109" y="2789"/>
                </a:cubicBezTo>
                <a:lnTo>
                  <a:pt x="6344" y="2789"/>
                </a:lnTo>
                <a:cubicBezTo>
                  <a:pt x="6580" y="1398"/>
                  <a:pt x="5352" y="1"/>
                  <a:pt x="4120"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2 1">
  <p:cSld name="CUSTOM_11">
    <p:spTree>
      <p:nvGrpSpPr>
        <p:cNvPr id="1" name="Shape 224"/>
        <p:cNvGrpSpPr/>
        <p:nvPr/>
      </p:nvGrpSpPr>
      <p:grpSpPr>
        <a:xfrm>
          <a:off x="0" y="0"/>
          <a:ext cx="0" cy="0"/>
          <a:chOff x="0" y="0"/>
          <a:chExt cx="0" cy="0"/>
        </a:xfrm>
      </p:grpSpPr>
      <p:sp>
        <p:nvSpPr>
          <p:cNvPr id="225" name="Google Shape;225;p22"/>
          <p:cNvSpPr/>
          <p:nvPr/>
        </p:nvSpPr>
        <p:spPr>
          <a:xfrm>
            <a:off x="-32300" y="2949248"/>
            <a:ext cx="9146073" cy="1813246"/>
          </a:xfrm>
          <a:custGeom>
            <a:avLst/>
            <a:gdLst/>
            <a:ahLst/>
            <a:cxnLst/>
            <a:rect l="l" t="t" r="r" b="b"/>
            <a:pathLst>
              <a:path w="38420" h="7617" extrusionOk="0">
                <a:moveTo>
                  <a:pt x="2861" y="1"/>
                </a:moveTo>
                <a:cubicBezTo>
                  <a:pt x="2307" y="1"/>
                  <a:pt x="1823" y="328"/>
                  <a:pt x="1609" y="812"/>
                </a:cubicBezTo>
                <a:cubicBezTo>
                  <a:pt x="1438" y="627"/>
                  <a:pt x="1197" y="513"/>
                  <a:pt x="940" y="513"/>
                </a:cubicBezTo>
                <a:cubicBezTo>
                  <a:pt x="413" y="513"/>
                  <a:pt x="1" y="940"/>
                  <a:pt x="1" y="1467"/>
                </a:cubicBezTo>
                <a:lnTo>
                  <a:pt x="1" y="7617"/>
                </a:lnTo>
                <a:lnTo>
                  <a:pt x="38420" y="7617"/>
                </a:lnTo>
                <a:lnTo>
                  <a:pt x="38420" y="4457"/>
                </a:lnTo>
                <a:cubicBezTo>
                  <a:pt x="38420" y="3161"/>
                  <a:pt x="37366" y="2107"/>
                  <a:pt x="36071" y="2107"/>
                </a:cubicBezTo>
                <a:cubicBezTo>
                  <a:pt x="35231" y="2107"/>
                  <a:pt x="34506" y="2534"/>
                  <a:pt x="34092" y="3189"/>
                </a:cubicBezTo>
                <a:cubicBezTo>
                  <a:pt x="33822" y="2904"/>
                  <a:pt x="33424" y="2720"/>
                  <a:pt x="32997" y="2720"/>
                </a:cubicBezTo>
                <a:cubicBezTo>
                  <a:pt x="32257" y="2720"/>
                  <a:pt x="31644" y="3261"/>
                  <a:pt x="31530" y="3958"/>
                </a:cubicBezTo>
                <a:cubicBezTo>
                  <a:pt x="31431" y="3929"/>
                  <a:pt x="31331" y="3901"/>
                  <a:pt x="31217" y="3901"/>
                </a:cubicBezTo>
                <a:cubicBezTo>
                  <a:pt x="30818" y="3901"/>
                  <a:pt x="30477" y="4172"/>
                  <a:pt x="30349" y="4527"/>
                </a:cubicBezTo>
                <a:cubicBezTo>
                  <a:pt x="30150" y="4413"/>
                  <a:pt x="29922" y="4356"/>
                  <a:pt x="29680" y="4356"/>
                </a:cubicBezTo>
                <a:cubicBezTo>
                  <a:pt x="29053" y="4356"/>
                  <a:pt x="28527" y="4770"/>
                  <a:pt x="28370" y="5353"/>
                </a:cubicBezTo>
                <a:cubicBezTo>
                  <a:pt x="28157" y="5125"/>
                  <a:pt x="27858" y="4983"/>
                  <a:pt x="27531" y="4983"/>
                </a:cubicBezTo>
                <a:cubicBezTo>
                  <a:pt x="27487" y="4983"/>
                  <a:pt x="27430" y="4997"/>
                  <a:pt x="27388" y="4997"/>
                </a:cubicBezTo>
                <a:lnTo>
                  <a:pt x="27388" y="4884"/>
                </a:lnTo>
                <a:cubicBezTo>
                  <a:pt x="27388" y="4043"/>
                  <a:pt x="26705" y="3360"/>
                  <a:pt x="25865" y="3360"/>
                </a:cubicBezTo>
                <a:cubicBezTo>
                  <a:pt x="25225" y="3360"/>
                  <a:pt x="24669" y="3758"/>
                  <a:pt x="24456" y="4328"/>
                </a:cubicBezTo>
                <a:cubicBezTo>
                  <a:pt x="24270" y="4214"/>
                  <a:pt x="24043" y="4157"/>
                  <a:pt x="23815" y="4157"/>
                </a:cubicBezTo>
                <a:cubicBezTo>
                  <a:pt x="23659" y="4157"/>
                  <a:pt x="23517" y="4186"/>
                  <a:pt x="23374" y="4229"/>
                </a:cubicBezTo>
                <a:cubicBezTo>
                  <a:pt x="23388" y="4214"/>
                  <a:pt x="23388" y="4200"/>
                  <a:pt x="23388" y="4172"/>
                </a:cubicBezTo>
                <a:cubicBezTo>
                  <a:pt x="23388" y="3375"/>
                  <a:pt x="22733" y="2720"/>
                  <a:pt x="21922" y="2720"/>
                </a:cubicBezTo>
                <a:cubicBezTo>
                  <a:pt x="21253" y="2720"/>
                  <a:pt x="20683" y="3189"/>
                  <a:pt x="20527" y="3815"/>
                </a:cubicBezTo>
                <a:cubicBezTo>
                  <a:pt x="20342" y="3702"/>
                  <a:pt x="20142" y="3645"/>
                  <a:pt x="19929" y="3645"/>
                </a:cubicBezTo>
                <a:cubicBezTo>
                  <a:pt x="19303" y="3645"/>
                  <a:pt x="18804" y="4143"/>
                  <a:pt x="18791" y="4755"/>
                </a:cubicBezTo>
                <a:cubicBezTo>
                  <a:pt x="18463" y="4599"/>
                  <a:pt x="18093" y="4499"/>
                  <a:pt x="17709" y="4499"/>
                </a:cubicBezTo>
                <a:cubicBezTo>
                  <a:pt x="17225" y="4499"/>
                  <a:pt x="16783" y="4641"/>
                  <a:pt x="16399" y="4884"/>
                </a:cubicBezTo>
                <a:cubicBezTo>
                  <a:pt x="16228" y="4669"/>
                  <a:pt x="15957" y="4527"/>
                  <a:pt x="15659" y="4527"/>
                </a:cubicBezTo>
                <a:cubicBezTo>
                  <a:pt x="15232" y="4527"/>
                  <a:pt x="14875" y="4798"/>
                  <a:pt x="14733" y="5168"/>
                </a:cubicBezTo>
                <a:cubicBezTo>
                  <a:pt x="14492" y="5054"/>
                  <a:pt x="14221" y="4983"/>
                  <a:pt x="13936" y="4983"/>
                </a:cubicBezTo>
                <a:cubicBezTo>
                  <a:pt x="13794" y="4983"/>
                  <a:pt x="13666" y="5011"/>
                  <a:pt x="13537" y="5026"/>
                </a:cubicBezTo>
                <a:lnTo>
                  <a:pt x="13537" y="4926"/>
                </a:lnTo>
                <a:cubicBezTo>
                  <a:pt x="13537" y="4058"/>
                  <a:pt x="12826" y="3360"/>
                  <a:pt x="11972" y="3360"/>
                </a:cubicBezTo>
                <a:cubicBezTo>
                  <a:pt x="11231" y="3360"/>
                  <a:pt x="10620" y="3872"/>
                  <a:pt x="10449" y="4556"/>
                </a:cubicBezTo>
                <a:cubicBezTo>
                  <a:pt x="10164" y="4157"/>
                  <a:pt x="9694" y="3901"/>
                  <a:pt x="9182" y="3901"/>
                </a:cubicBezTo>
                <a:cubicBezTo>
                  <a:pt x="8982" y="3901"/>
                  <a:pt x="8783" y="3944"/>
                  <a:pt x="8612" y="4015"/>
                </a:cubicBezTo>
                <a:cubicBezTo>
                  <a:pt x="8641" y="3887"/>
                  <a:pt x="8656" y="3773"/>
                  <a:pt x="8656" y="3645"/>
                </a:cubicBezTo>
                <a:cubicBezTo>
                  <a:pt x="8656" y="2791"/>
                  <a:pt x="7972" y="2107"/>
                  <a:pt x="7132" y="2107"/>
                </a:cubicBezTo>
                <a:cubicBezTo>
                  <a:pt x="6606" y="2107"/>
                  <a:pt x="6150" y="2363"/>
                  <a:pt x="5879" y="2762"/>
                </a:cubicBezTo>
                <a:cubicBezTo>
                  <a:pt x="5723" y="2207"/>
                  <a:pt x="5211" y="1794"/>
                  <a:pt x="4613" y="1794"/>
                </a:cubicBezTo>
                <a:cubicBezTo>
                  <a:pt x="4427" y="1794"/>
                  <a:pt x="4256" y="1837"/>
                  <a:pt x="4100" y="1908"/>
                </a:cubicBezTo>
                <a:cubicBezTo>
                  <a:pt x="4171" y="1737"/>
                  <a:pt x="4214" y="1553"/>
                  <a:pt x="4214" y="1353"/>
                </a:cubicBezTo>
                <a:cubicBezTo>
                  <a:pt x="4214" y="613"/>
                  <a:pt x="3602" y="1"/>
                  <a:pt x="2861"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2"/>
          <p:cNvSpPr/>
          <p:nvPr/>
        </p:nvSpPr>
        <p:spPr>
          <a:xfrm>
            <a:off x="-32300" y="4556100"/>
            <a:ext cx="9226227" cy="587393"/>
          </a:xfrm>
          <a:custGeom>
            <a:avLst/>
            <a:gdLst/>
            <a:ahLst/>
            <a:cxnLst/>
            <a:rect l="l" t="t" r="r" b="b"/>
            <a:pathLst>
              <a:path w="38421" h="11931" extrusionOk="0">
                <a:moveTo>
                  <a:pt x="21037" y="0"/>
                </a:moveTo>
                <a:cubicBezTo>
                  <a:pt x="20192" y="0"/>
                  <a:pt x="19354" y="22"/>
                  <a:pt x="18535" y="74"/>
                </a:cubicBezTo>
                <a:cubicBezTo>
                  <a:pt x="16257" y="216"/>
                  <a:pt x="14279" y="572"/>
                  <a:pt x="11901" y="600"/>
                </a:cubicBezTo>
                <a:cubicBezTo>
                  <a:pt x="11776" y="602"/>
                  <a:pt x="11652" y="603"/>
                  <a:pt x="11529" y="603"/>
                </a:cubicBezTo>
                <a:cubicBezTo>
                  <a:pt x="8684" y="603"/>
                  <a:pt x="6090" y="158"/>
                  <a:pt x="3227" y="158"/>
                </a:cubicBezTo>
                <a:cubicBezTo>
                  <a:pt x="3143" y="158"/>
                  <a:pt x="3060" y="159"/>
                  <a:pt x="2977" y="159"/>
                </a:cubicBezTo>
                <a:cubicBezTo>
                  <a:pt x="1895" y="173"/>
                  <a:pt x="898" y="245"/>
                  <a:pt x="1" y="372"/>
                </a:cubicBezTo>
                <a:lnTo>
                  <a:pt x="1" y="11931"/>
                </a:lnTo>
                <a:lnTo>
                  <a:pt x="38421" y="11931"/>
                </a:lnTo>
                <a:lnTo>
                  <a:pt x="38421" y="45"/>
                </a:lnTo>
                <a:cubicBezTo>
                  <a:pt x="38071" y="36"/>
                  <a:pt x="37720" y="31"/>
                  <a:pt x="37370" y="31"/>
                </a:cubicBezTo>
                <a:cubicBezTo>
                  <a:pt x="36679" y="31"/>
                  <a:pt x="35993" y="50"/>
                  <a:pt x="35331" y="88"/>
                </a:cubicBezTo>
                <a:cubicBezTo>
                  <a:pt x="33766" y="188"/>
                  <a:pt x="32314" y="387"/>
                  <a:pt x="30677" y="401"/>
                </a:cubicBezTo>
                <a:cubicBezTo>
                  <a:pt x="30521" y="404"/>
                  <a:pt x="30364" y="406"/>
                  <a:pt x="30208" y="406"/>
                </a:cubicBezTo>
                <a:cubicBezTo>
                  <a:pt x="29059" y="406"/>
                  <a:pt x="27922" y="320"/>
                  <a:pt x="26819" y="245"/>
                </a:cubicBezTo>
                <a:cubicBezTo>
                  <a:pt x="24954" y="115"/>
                  <a:pt x="22978"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2"/>
          <p:cNvSpPr txBox="1">
            <a:spLocks noGrp="1"/>
          </p:cNvSpPr>
          <p:nvPr>
            <p:ph type="title"/>
          </p:nvPr>
        </p:nvSpPr>
        <p:spPr>
          <a:xfrm>
            <a:off x="720000" y="539400"/>
            <a:ext cx="7704000" cy="475500"/>
          </a:xfrm>
          <a:prstGeom prst="rect">
            <a:avLst/>
          </a:prstGeom>
        </p:spPr>
        <p:txBody>
          <a:bodyPr spcFirstLastPara="1" wrap="square" lIns="91425" tIns="0"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8" name="Google Shape;228;p22"/>
          <p:cNvSpPr txBox="1">
            <a:spLocks noGrp="1"/>
          </p:cNvSpPr>
          <p:nvPr>
            <p:ph type="subTitle" idx="1"/>
          </p:nvPr>
        </p:nvSpPr>
        <p:spPr>
          <a:xfrm>
            <a:off x="720000" y="1955755"/>
            <a:ext cx="2276100" cy="9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9" name="Google Shape;229;p22"/>
          <p:cNvSpPr txBox="1">
            <a:spLocks noGrp="1"/>
          </p:cNvSpPr>
          <p:nvPr>
            <p:ph type="subTitle" idx="2"/>
          </p:nvPr>
        </p:nvSpPr>
        <p:spPr>
          <a:xfrm>
            <a:off x="714575" y="1391275"/>
            <a:ext cx="2276100" cy="478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4"/>
              </a:buClr>
              <a:buSzPts val="2500"/>
              <a:buFont typeface="Titan One"/>
              <a:buNone/>
              <a:defRPr sz="2500">
                <a:solidFill>
                  <a:schemeClr val="accent4"/>
                </a:solidFill>
                <a:latin typeface="Titan One"/>
                <a:ea typeface="Titan One"/>
                <a:cs typeface="Titan One"/>
                <a:sym typeface="Titan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0" name="Google Shape;230;p22"/>
          <p:cNvSpPr/>
          <p:nvPr/>
        </p:nvSpPr>
        <p:spPr>
          <a:xfrm>
            <a:off x="-32300" y="4765525"/>
            <a:ext cx="9258462" cy="377972"/>
          </a:xfrm>
          <a:custGeom>
            <a:avLst/>
            <a:gdLst/>
            <a:ahLst/>
            <a:cxnLst/>
            <a:rect l="l" t="t" r="r" b="b"/>
            <a:pathLst>
              <a:path w="38434" h="5832" extrusionOk="0">
                <a:moveTo>
                  <a:pt x="3974" y="0"/>
                </a:moveTo>
                <a:cubicBezTo>
                  <a:pt x="2468" y="0"/>
                  <a:pt x="1146" y="66"/>
                  <a:pt x="0" y="166"/>
                </a:cubicBezTo>
                <a:lnTo>
                  <a:pt x="0" y="5831"/>
                </a:lnTo>
                <a:lnTo>
                  <a:pt x="38434" y="5831"/>
                </a:lnTo>
                <a:lnTo>
                  <a:pt x="38434" y="2187"/>
                </a:lnTo>
                <a:cubicBezTo>
                  <a:pt x="37628" y="2226"/>
                  <a:pt x="36759" y="2244"/>
                  <a:pt x="35836" y="2244"/>
                </a:cubicBezTo>
                <a:cubicBezTo>
                  <a:pt x="32715" y="2244"/>
                  <a:pt x="28983" y="2036"/>
                  <a:pt x="25039" y="1717"/>
                </a:cubicBezTo>
                <a:cubicBezTo>
                  <a:pt x="22079" y="1489"/>
                  <a:pt x="19018" y="1204"/>
                  <a:pt x="16000" y="919"/>
                </a:cubicBezTo>
                <a:cubicBezTo>
                  <a:pt x="13922" y="707"/>
                  <a:pt x="11872" y="507"/>
                  <a:pt x="9907" y="308"/>
                </a:cubicBezTo>
                <a:cubicBezTo>
                  <a:pt x="7678" y="87"/>
                  <a:pt x="5705" y="0"/>
                  <a:pt x="39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2"/>
          <p:cNvSpPr/>
          <p:nvPr/>
        </p:nvSpPr>
        <p:spPr>
          <a:xfrm>
            <a:off x="1426908" y="2928115"/>
            <a:ext cx="1261702" cy="491908"/>
          </a:xfrm>
          <a:custGeom>
            <a:avLst/>
            <a:gdLst/>
            <a:ahLst/>
            <a:cxnLst/>
            <a:rect l="l" t="t" r="r" b="b"/>
            <a:pathLst>
              <a:path w="12268" h="4783" extrusionOk="0">
                <a:moveTo>
                  <a:pt x="3958" y="1"/>
                </a:moveTo>
                <a:cubicBezTo>
                  <a:pt x="3616" y="1"/>
                  <a:pt x="3226" y="115"/>
                  <a:pt x="2787" y="383"/>
                </a:cubicBezTo>
                <a:cubicBezTo>
                  <a:pt x="757" y="1626"/>
                  <a:pt x="1760" y="3244"/>
                  <a:pt x="2326" y="3580"/>
                </a:cubicBezTo>
                <a:lnTo>
                  <a:pt x="2326" y="3580"/>
                </a:lnTo>
                <a:cubicBezTo>
                  <a:pt x="2001" y="3435"/>
                  <a:pt x="1703" y="3372"/>
                  <a:pt x="1438" y="3372"/>
                </a:cubicBezTo>
                <a:cubicBezTo>
                  <a:pt x="525" y="3372"/>
                  <a:pt x="0" y="4114"/>
                  <a:pt x="54" y="4782"/>
                </a:cubicBezTo>
                <a:lnTo>
                  <a:pt x="12268" y="4782"/>
                </a:lnTo>
                <a:cubicBezTo>
                  <a:pt x="12268" y="3779"/>
                  <a:pt x="11531" y="3405"/>
                  <a:pt x="10933" y="3405"/>
                </a:cubicBezTo>
                <a:cubicBezTo>
                  <a:pt x="10632" y="3405"/>
                  <a:pt x="10365" y="3500"/>
                  <a:pt x="10246" y="3657"/>
                </a:cubicBezTo>
                <a:cubicBezTo>
                  <a:pt x="10229" y="2933"/>
                  <a:pt x="9809" y="2569"/>
                  <a:pt x="9338" y="2569"/>
                </a:cubicBezTo>
                <a:cubicBezTo>
                  <a:pt x="9032" y="2569"/>
                  <a:pt x="8705" y="2723"/>
                  <a:pt x="8453" y="3031"/>
                </a:cubicBezTo>
                <a:cubicBezTo>
                  <a:pt x="8228" y="2002"/>
                  <a:pt x="7674" y="1627"/>
                  <a:pt x="7135" y="1627"/>
                </a:cubicBezTo>
                <a:cubicBezTo>
                  <a:pt x="6506" y="1627"/>
                  <a:pt x="5897" y="2138"/>
                  <a:pt x="5850" y="2718"/>
                </a:cubicBezTo>
                <a:lnTo>
                  <a:pt x="5850" y="2718"/>
                </a:lnTo>
                <a:cubicBezTo>
                  <a:pt x="5877" y="1678"/>
                  <a:pt x="5271" y="1"/>
                  <a:pt x="3958"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2"/>
          <p:cNvSpPr/>
          <p:nvPr/>
        </p:nvSpPr>
        <p:spPr>
          <a:xfrm>
            <a:off x="8119254" y="3243988"/>
            <a:ext cx="834121" cy="286824"/>
          </a:xfrm>
          <a:custGeom>
            <a:avLst/>
            <a:gdLst/>
            <a:ahLst/>
            <a:cxnLst/>
            <a:rect l="l" t="t" r="r" b="b"/>
            <a:pathLst>
              <a:path w="7464" h="3247" extrusionOk="0">
                <a:moveTo>
                  <a:pt x="3325" y="0"/>
                </a:moveTo>
                <a:cubicBezTo>
                  <a:pt x="2309" y="0"/>
                  <a:pt x="1625" y="1087"/>
                  <a:pt x="1919" y="2250"/>
                </a:cubicBezTo>
                <a:cubicBezTo>
                  <a:pt x="1815" y="2013"/>
                  <a:pt x="1610" y="1913"/>
                  <a:pt x="1376" y="1913"/>
                </a:cubicBezTo>
                <a:cubicBezTo>
                  <a:pt x="781" y="1913"/>
                  <a:pt x="1" y="2561"/>
                  <a:pt x="226" y="3246"/>
                </a:cubicBezTo>
                <a:lnTo>
                  <a:pt x="7442" y="3246"/>
                </a:lnTo>
                <a:cubicBezTo>
                  <a:pt x="7464" y="2847"/>
                  <a:pt x="7290" y="2433"/>
                  <a:pt x="6933" y="2433"/>
                </a:cubicBezTo>
                <a:cubicBezTo>
                  <a:pt x="6818" y="2433"/>
                  <a:pt x="6684" y="2476"/>
                  <a:pt x="6531" y="2577"/>
                </a:cubicBezTo>
                <a:cubicBezTo>
                  <a:pt x="6499" y="2083"/>
                  <a:pt x="6147" y="1861"/>
                  <a:pt x="5748" y="1861"/>
                </a:cubicBezTo>
                <a:cubicBezTo>
                  <a:pt x="5433" y="1861"/>
                  <a:pt x="5090" y="1999"/>
                  <a:pt x="4851" y="2250"/>
                </a:cubicBezTo>
                <a:cubicBezTo>
                  <a:pt x="5250" y="1267"/>
                  <a:pt x="4638" y="171"/>
                  <a:pt x="3528" y="14"/>
                </a:cubicBezTo>
                <a:cubicBezTo>
                  <a:pt x="3459" y="5"/>
                  <a:pt x="3391" y="0"/>
                  <a:pt x="3325" y="0"/>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2"/>
          <p:cNvSpPr txBox="1">
            <a:spLocks noGrp="1"/>
          </p:cNvSpPr>
          <p:nvPr>
            <p:ph type="subTitle" idx="3"/>
          </p:nvPr>
        </p:nvSpPr>
        <p:spPr>
          <a:xfrm>
            <a:off x="3436667" y="1951900"/>
            <a:ext cx="2276100" cy="9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4" name="Google Shape;234;p22"/>
          <p:cNvSpPr txBox="1">
            <a:spLocks noGrp="1"/>
          </p:cNvSpPr>
          <p:nvPr>
            <p:ph type="subTitle" idx="4"/>
          </p:nvPr>
        </p:nvSpPr>
        <p:spPr>
          <a:xfrm>
            <a:off x="3367691" y="1384725"/>
            <a:ext cx="2276100" cy="478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4"/>
              </a:buClr>
              <a:buSzPts val="2500"/>
              <a:buFont typeface="Titan One"/>
              <a:buNone/>
              <a:defRPr sz="2500">
                <a:solidFill>
                  <a:schemeClr val="accent4"/>
                </a:solidFill>
                <a:latin typeface="Titan One"/>
                <a:ea typeface="Titan One"/>
                <a:cs typeface="Titan One"/>
                <a:sym typeface="Titan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5" name="Google Shape;235;p22"/>
          <p:cNvSpPr txBox="1">
            <a:spLocks noGrp="1"/>
          </p:cNvSpPr>
          <p:nvPr>
            <p:ph type="subTitle" idx="5"/>
          </p:nvPr>
        </p:nvSpPr>
        <p:spPr>
          <a:xfrm>
            <a:off x="6153346" y="1951900"/>
            <a:ext cx="2276100" cy="9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6" name="Google Shape;236;p22"/>
          <p:cNvSpPr txBox="1">
            <a:spLocks noGrp="1"/>
          </p:cNvSpPr>
          <p:nvPr>
            <p:ph type="subTitle" idx="6"/>
          </p:nvPr>
        </p:nvSpPr>
        <p:spPr>
          <a:xfrm>
            <a:off x="6147913" y="1384725"/>
            <a:ext cx="2276100" cy="478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4"/>
              </a:buClr>
              <a:buSzPts val="2500"/>
              <a:buFont typeface="Titan One"/>
              <a:buNone/>
              <a:defRPr sz="2500">
                <a:solidFill>
                  <a:schemeClr val="accent4"/>
                </a:solidFill>
                <a:latin typeface="Titan One"/>
                <a:ea typeface="Titan One"/>
                <a:cs typeface="Titan One"/>
                <a:sym typeface="Titan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4">
  <p:cSld name="CUSTOM_4_1_1_1">
    <p:spTree>
      <p:nvGrpSpPr>
        <p:cNvPr id="1" name="Shape 260"/>
        <p:cNvGrpSpPr/>
        <p:nvPr/>
      </p:nvGrpSpPr>
      <p:grpSpPr>
        <a:xfrm>
          <a:off x="0" y="0"/>
          <a:ext cx="0" cy="0"/>
          <a:chOff x="0" y="0"/>
          <a:chExt cx="0" cy="0"/>
        </a:xfrm>
      </p:grpSpPr>
      <p:sp>
        <p:nvSpPr>
          <p:cNvPr id="261" name="Google Shape;261;p26"/>
          <p:cNvSpPr txBox="1">
            <a:spLocks noGrp="1"/>
          </p:cNvSpPr>
          <p:nvPr>
            <p:ph type="title"/>
          </p:nvPr>
        </p:nvSpPr>
        <p:spPr>
          <a:xfrm>
            <a:off x="2264675" y="3062900"/>
            <a:ext cx="4614300" cy="535200"/>
          </a:xfrm>
          <a:prstGeom prst="rect">
            <a:avLst/>
          </a:prstGeom>
        </p:spPr>
        <p:txBody>
          <a:bodyPr spcFirstLastPara="1" wrap="square" lIns="91425" tIns="0"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2" name="Google Shape;262;p26"/>
          <p:cNvSpPr txBox="1">
            <a:spLocks noGrp="1"/>
          </p:cNvSpPr>
          <p:nvPr>
            <p:ph type="subTitle" idx="1"/>
          </p:nvPr>
        </p:nvSpPr>
        <p:spPr>
          <a:xfrm>
            <a:off x="2265025" y="3667950"/>
            <a:ext cx="4614300" cy="53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3" name="Google Shape;263;p26"/>
          <p:cNvSpPr/>
          <p:nvPr/>
        </p:nvSpPr>
        <p:spPr>
          <a:xfrm>
            <a:off x="6879328" y="1251626"/>
            <a:ext cx="1457684" cy="568316"/>
          </a:xfrm>
          <a:custGeom>
            <a:avLst/>
            <a:gdLst/>
            <a:ahLst/>
            <a:cxnLst/>
            <a:rect l="l" t="t" r="r" b="b"/>
            <a:pathLst>
              <a:path w="12268" h="4783" extrusionOk="0">
                <a:moveTo>
                  <a:pt x="3958" y="1"/>
                </a:moveTo>
                <a:cubicBezTo>
                  <a:pt x="3616" y="1"/>
                  <a:pt x="3226" y="115"/>
                  <a:pt x="2787" y="383"/>
                </a:cubicBezTo>
                <a:cubicBezTo>
                  <a:pt x="757" y="1626"/>
                  <a:pt x="1760" y="3244"/>
                  <a:pt x="2326" y="3580"/>
                </a:cubicBezTo>
                <a:lnTo>
                  <a:pt x="2326" y="3580"/>
                </a:lnTo>
                <a:cubicBezTo>
                  <a:pt x="2001" y="3435"/>
                  <a:pt x="1703" y="3372"/>
                  <a:pt x="1438" y="3372"/>
                </a:cubicBezTo>
                <a:cubicBezTo>
                  <a:pt x="525" y="3372"/>
                  <a:pt x="0" y="4114"/>
                  <a:pt x="54" y="4782"/>
                </a:cubicBezTo>
                <a:lnTo>
                  <a:pt x="12268" y="4782"/>
                </a:lnTo>
                <a:cubicBezTo>
                  <a:pt x="12268" y="3779"/>
                  <a:pt x="11531" y="3405"/>
                  <a:pt x="10933" y="3405"/>
                </a:cubicBezTo>
                <a:cubicBezTo>
                  <a:pt x="10632" y="3405"/>
                  <a:pt x="10365" y="3500"/>
                  <a:pt x="10246" y="3657"/>
                </a:cubicBezTo>
                <a:cubicBezTo>
                  <a:pt x="10229" y="2933"/>
                  <a:pt x="9809" y="2569"/>
                  <a:pt x="9338" y="2569"/>
                </a:cubicBezTo>
                <a:cubicBezTo>
                  <a:pt x="9032" y="2569"/>
                  <a:pt x="8705" y="2723"/>
                  <a:pt x="8453" y="3031"/>
                </a:cubicBezTo>
                <a:cubicBezTo>
                  <a:pt x="8228" y="2002"/>
                  <a:pt x="7674" y="1627"/>
                  <a:pt x="7135" y="1627"/>
                </a:cubicBezTo>
                <a:cubicBezTo>
                  <a:pt x="6506" y="1627"/>
                  <a:pt x="5897" y="2138"/>
                  <a:pt x="5850" y="2718"/>
                </a:cubicBezTo>
                <a:lnTo>
                  <a:pt x="5850" y="2718"/>
                </a:lnTo>
                <a:cubicBezTo>
                  <a:pt x="5877" y="1678"/>
                  <a:pt x="5271" y="1"/>
                  <a:pt x="3958"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6"/>
          <p:cNvSpPr/>
          <p:nvPr/>
        </p:nvSpPr>
        <p:spPr>
          <a:xfrm>
            <a:off x="1374958" y="1885598"/>
            <a:ext cx="889719" cy="432030"/>
          </a:xfrm>
          <a:custGeom>
            <a:avLst/>
            <a:gdLst/>
            <a:ahLst/>
            <a:cxnLst/>
            <a:rect l="l" t="t" r="r" b="b"/>
            <a:pathLst>
              <a:path w="11418" h="5544" extrusionOk="0">
                <a:moveTo>
                  <a:pt x="2837" y="1"/>
                </a:moveTo>
                <a:cubicBezTo>
                  <a:pt x="2375" y="1"/>
                  <a:pt x="1846" y="186"/>
                  <a:pt x="1339" y="504"/>
                </a:cubicBezTo>
                <a:cubicBezTo>
                  <a:pt x="1" y="1344"/>
                  <a:pt x="1339" y="5543"/>
                  <a:pt x="1339" y="5543"/>
                </a:cubicBezTo>
                <a:lnTo>
                  <a:pt x="11417" y="5543"/>
                </a:lnTo>
                <a:cubicBezTo>
                  <a:pt x="11417" y="4074"/>
                  <a:pt x="10387" y="3471"/>
                  <a:pt x="9476" y="3471"/>
                </a:cubicBezTo>
                <a:cubicBezTo>
                  <a:pt x="8965" y="3471"/>
                  <a:pt x="8492" y="3660"/>
                  <a:pt x="8257" y="3992"/>
                </a:cubicBezTo>
                <a:cubicBezTo>
                  <a:pt x="8146" y="2253"/>
                  <a:pt x="7092" y="1061"/>
                  <a:pt x="5821" y="1061"/>
                </a:cubicBezTo>
                <a:cubicBezTo>
                  <a:pt x="5291" y="1061"/>
                  <a:pt x="4724" y="1268"/>
                  <a:pt x="4171" y="1728"/>
                </a:cubicBezTo>
                <a:cubicBezTo>
                  <a:pt x="4171" y="499"/>
                  <a:pt x="3594" y="1"/>
                  <a:pt x="2837"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0" y="4780845"/>
            <a:ext cx="9143960" cy="362660"/>
          </a:xfrm>
          <a:custGeom>
            <a:avLst/>
            <a:gdLst/>
            <a:ahLst/>
            <a:cxnLst/>
            <a:rect l="l" t="t" r="r" b="b"/>
            <a:pathLst>
              <a:path w="38420" h="9296" extrusionOk="0">
                <a:moveTo>
                  <a:pt x="1" y="1"/>
                </a:moveTo>
                <a:lnTo>
                  <a:pt x="1" y="9296"/>
                </a:lnTo>
                <a:lnTo>
                  <a:pt x="38420" y="9296"/>
                </a:lnTo>
                <a:lnTo>
                  <a:pt x="384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6"/>
          <p:cNvSpPr/>
          <p:nvPr/>
        </p:nvSpPr>
        <p:spPr>
          <a:xfrm>
            <a:off x="0" y="4546327"/>
            <a:ext cx="9144006" cy="362648"/>
          </a:xfrm>
          <a:custGeom>
            <a:avLst/>
            <a:gdLst/>
            <a:ahLst/>
            <a:cxnLst/>
            <a:rect l="l" t="t" r="r" b="b"/>
            <a:pathLst>
              <a:path w="38421" h="3062" extrusionOk="0">
                <a:moveTo>
                  <a:pt x="27659" y="1"/>
                </a:moveTo>
                <a:cubicBezTo>
                  <a:pt x="25723" y="1"/>
                  <a:pt x="23829" y="642"/>
                  <a:pt x="21880" y="741"/>
                </a:cubicBezTo>
                <a:cubicBezTo>
                  <a:pt x="21694" y="741"/>
                  <a:pt x="21495" y="756"/>
                  <a:pt x="21310" y="756"/>
                </a:cubicBezTo>
                <a:cubicBezTo>
                  <a:pt x="20456" y="756"/>
                  <a:pt x="19602" y="670"/>
                  <a:pt x="18748" y="585"/>
                </a:cubicBezTo>
                <a:cubicBezTo>
                  <a:pt x="17894" y="499"/>
                  <a:pt x="17053" y="414"/>
                  <a:pt x="16199" y="414"/>
                </a:cubicBezTo>
                <a:cubicBezTo>
                  <a:pt x="15630" y="414"/>
                  <a:pt x="15075" y="456"/>
                  <a:pt x="14506" y="556"/>
                </a:cubicBezTo>
                <a:cubicBezTo>
                  <a:pt x="13766" y="699"/>
                  <a:pt x="13054" y="940"/>
                  <a:pt x="12314" y="1082"/>
                </a:cubicBezTo>
                <a:cubicBezTo>
                  <a:pt x="11773" y="1183"/>
                  <a:pt x="11217" y="1225"/>
                  <a:pt x="10676" y="1225"/>
                </a:cubicBezTo>
                <a:cubicBezTo>
                  <a:pt x="8456" y="1225"/>
                  <a:pt x="6221" y="556"/>
                  <a:pt x="3972" y="499"/>
                </a:cubicBezTo>
                <a:lnTo>
                  <a:pt x="3688" y="499"/>
                </a:lnTo>
                <a:cubicBezTo>
                  <a:pt x="2591" y="499"/>
                  <a:pt x="1239" y="655"/>
                  <a:pt x="0" y="997"/>
                </a:cubicBezTo>
                <a:lnTo>
                  <a:pt x="0" y="3062"/>
                </a:lnTo>
                <a:lnTo>
                  <a:pt x="38420" y="3062"/>
                </a:lnTo>
                <a:lnTo>
                  <a:pt x="38420" y="655"/>
                </a:lnTo>
                <a:cubicBezTo>
                  <a:pt x="38149" y="670"/>
                  <a:pt x="37865" y="699"/>
                  <a:pt x="37580" y="741"/>
                </a:cubicBezTo>
                <a:cubicBezTo>
                  <a:pt x="36513" y="869"/>
                  <a:pt x="35459" y="1111"/>
                  <a:pt x="34378" y="1111"/>
                </a:cubicBezTo>
                <a:lnTo>
                  <a:pt x="34306" y="1111"/>
                </a:lnTo>
                <a:cubicBezTo>
                  <a:pt x="32185" y="1097"/>
                  <a:pt x="30221" y="114"/>
                  <a:pt x="281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317"/>
        <p:cNvGrpSpPr/>
        <p:nvPr/>
      </p:nvGrpSpPr>
      <p:grpSpPr>
        <a:xfrm>
          <a:off x="0" y="0"/>
          <a:ext cx="0" cy="0"/>
          <a:chOff x="0" y="0"/>
          <a:chExt cx="0" cy="0"/>
        </a:xfrm>
      </p:grpSpPr>
      <p:sp>
        <p:nvSpPr>
          <p:cNvPr id="318" name="Google Shape;318;p32"/>
          <p:cNvSpPr txBox="1">
            <a:spLocks noGrp="1"/>
          </p:cNvSpPr>
          <p:nvPr>
            <p:ph type="title"/>
          </p:nvPr>
        </p:nvSpPr>
        <p:spPr>
          <a:xfrm>
            <a:off x="720000" y="539362"/>
            <a:ext cx="7704000" cy="475500"/>
          </a:xfrm>
          <a:prstGeom prst="rect">
            <a:avLst/>
          </a:prstGeom>
        </p:spPr>
        <p:txBody>
          <a:bodyPr spcFirstLastPara="1" wrap="square" lIns="91425" tIns="0"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9" name="Google Shape;319;p32"/>
          <p:cNvSpPr txBox="1">
            <a:spLocks noGrp="1"/>
          </p:cNvSpPr>
          <p:nvPr>
            <p:ph type="title" idx="2"/>
          </p:nvPr>
        </p:nvSpPr>
        <p:spPr>
          <a:xfrm>
            <a:off x="720150" y="1454250"/>
            <a:ext cx="2204100" cy="527700"/>
          </a:xfrm>
          <a:prstGeom prst="rect">
            <a:avLst/>
          </a:prstGeom>
        </p:spPr>
        <p:txBody>
          <a:bodyPr spcFirstLastPara="1" wrap="square" lIns="91425" tIns="0" rIns="91425" bIns="91425" anchor="t"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0" name="Google Shape;320;p32"/>
          <p:cNvSpPr txBox="1">
            <a:spLocks noGrp="1"/>
          </p:cNvSpPr>
          <p:nvPr>
            <p:ph type="subTitle" idx="1"/>
          </p:nvPr>
        </p:nvSpPr>
        <p:spPr>
          <a:xfrm>
            <a:off x="720150" y="2040775"/>
            <a:ext cx="2204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1" name="Google Shape;321;p32"/>
          <p:cNvSpPr txBox="1">
            <a:spLocks noGrp="1"/>
          </p:cNvSpPr>
          <p:nvPr>
            <p:ph type="title" idx="3"/>
          </p:nvPr>
        </p:nvSpPr>
        <p:spPr>
          <a:xfrm>
            <a:off x="3469986" y="1454250"/>
            <a:ext cx="2204100" cy="527700"/>
          </a:xfrm>
          <a:prstGeom prst="rect">
            <a:avLst/>
          </a:prstGeom>
        </p:spPr>
        <p:txBody>
          <a:bodyPr spcFirstLastPara="1" wrap="square" lIns="91425" tIns="0" rIns="91425" bIns="91425" anchor="t"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2" name="Google Shape;322;p32"/>
          <p:cNvSpPr txBox="1">
            <a:spLocks noGrp="1"/>
          </p:cNvSpPr>
          <p:nvPr>
            <p:ph type="subTitle" idx="4"/>
          </p:nvPr>
        </p:nvSpPr>
        <p:spPr>
          <a:xfrm>
            <a:off x="3469986" y="2040775"/>
            <a:ext cx="2204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3" name="Google Shape;323;p32"/>
          <p:cNvSpPr txBox="1">
            <a:spLocks noGrp="1"/>
          </p:cNvSpPr>
          <p:nvPr>
            <p:ph type="title" idx="5"/>
          </p:nvPr>
        </p:nvSpPr>
        <p:spPr>
          <a:xfrm>
            <a:off x="720150" y="2887650"/>
            <a:ext cx="2204100" cy="527700"/>
          </a:xfrm>
          <a:prstGeom prst="rect">
            <a:avLst/>
          </a:prstGeom>
        </p:spPr>
        <p:txBody>
          <a:bodyPr spcFirstLastPara="1" wrap="square" lIns="91425" tIns="0" rIns="91425" bIns="91425" anchor="t"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4" name="Google Shape;324;p32"/>
          <p:cNvSpPr txBox="1">
            <a:spLocks noGrp="1"/>
          </p:cNvSpPr>
          <p:nvPr>
            <p:ph type="subTitle" idx="6"/>
          </p:nvPr>
        </p:nvSpPr>
        <p:spPr>
          <a:xfrm>
            <a:off x="720150" y="3474175"/>
            <a:ext cx="2204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5" name="Google Shape;325;p32"/>
          <p:cNvSpPr txBox="1">
            <a:spLocks noGrp="1"/>
          </p:cNvSpPr>
          <p:nvPr>
            <p:ph type="title" idx="7"/>
          </p:nvPr>
        </p:nvSpPr>
        <p:spPr>
          <a:xfrm>
            <a:off x="3469983" y="2887650"/>
            <a:ext cx="2204100" cy="527700"/>
          </a:xfrm>
          <a:prstGeom prst="rect">
            <a:avLst/>
          </a:prstGeom>
        </p:spPr>
        <p:txBody>
          <a:bodyPr spcFirstLastPara="1" wrap="square" lIns="91425" tIns="0" rIns="91425" bIns="91425" anchor="t"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6" name="Google Shape;326;p32"/>
          <p:cNvSpPr txBox="1">
            <a:spLocks noGrp="1"/>
          </p:cNvSpPr>
          <p:nvPr>
            <p:ph type="subTitle" idx="8"/>
          </p:nvPr>
        </p:nvSpPr>
        <p:spPr>
          <a:xfrm>
            <a:off x="3470038" y="3474175"/>
            <a:ext cx="2204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7" name="Google Shape;327;p32"/>
          <p:cNvSpPr txBox="1">
            <a:spLocks noGrp="1"/>
          </p:cNvSpPr>
          <p:nvPr>
            <p:ph type="title" idx="9"/>
          </p:nvPr>
        </p:nvSpPr>
        <p:spPr>
          <a:xfrm>
            <a:off x="6219822" y="1454250"/>
            <a:ext cx="2204100" cy="527700"/>
          </a:xfrm>
          <a:prstGeom prst="rect">
            <a:avLst/>
          </a:prstGeom>
        </p:spPr>
        <p:txBody>
          <a:bodyPr spcFirstLastPara="1" wrap="square" lIns="91425" tIns="0" rIns="91425" bIns="91425" anchor="t"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8" name="Google Shape;328;p32"/>
          <p:cNvSpPr txBox="1">
            <a:spLocks noGrp="1"/>
          </p:cNvSpPr>
          <p:nvPr>
            <p:ph type="subTitle" idx="13"/>
          </p:nvPr>
        </p:nvSpPr>
        <p:spPr>
          <a:xfrm>
            <a:off x="6219822" y="2040775"/>
            <a:ext cx="2204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9" name="Google Shape;329;p32"/>
          <p:cNvSpPr txBox="1">
            <a:spLocks noGrp="1"/>
          </p:cNvSpPr>
          <p:nvPr>
            <p:ph type="title" idx="14"/>
          </p:nvPr>
        </p:nvSpPr>
        <p:spPr>
          <a:xfrm>
            <a:off x="6219822" y="2887650"/>
            <a:ext cx="2204100" cy="527700"/>
          </a:xfrm>
          <a:prstGeom prst="rect">
            <a:avLst/>
          </a:prstGeom>
        </p:spPr>
        <p:txBody>
          <a:bodyPr spcFirstLastPara="1" wrap="square" lIns="91425" tIns="0" rIns="91425" bIns="91425" anchor="t"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30" name="Google Shape;330;p32"/>
          <p:cNvSpPr txBox="1">
            <a:spLocks noGrp="1"/>
          </p:cNvSpPr>
          <p:nvPr>
            <p:ph type="subTitle" idx="15"/>
          </p:nvPr>
        </p:nvSpPr>
        <p:spPr>
          <a:xfrm>
            <a:off x="6219933" y="3474175"/>
            <a:ext cx="22041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1" name="Google Shape;331;p32"/>
          <p:cNvSpPr/>
          <p:nvPr/>
        </p:nvSpPr>
        <p:spPr>
          <a:xfrm flipH="1">
            <a:off x="2" y="4249651"/>
            <a:ext cx="9144006" cy="893871"/>
          </a:xfrm>
          <a:custGeom>
            <a:avLst/>
            <a:gdLst/>
            <a:ahLst/>
            <a:cxnLst/>
            <a:rect l="l" t="t" r="r" b="b"/>
            <a:pathLst>
              <a:path w="38421" h="11931" extrusionOk="0">
                <a:moveTo>
                  <a:pt x="21037" y="0"/>
                </a:moveTo>
                <a:cubicBezTo>
                  <a:pt x="20192" y="0"/>
                  <a:pt x="19354" y="22"/>
                  <a:pt x="18535" y="74"/>
                </a:cubicBezTo>
                <a:cubicBezTo>
                  <a:pt x="16257" y="216"/>
                  <a:pt x="14279" y="572"/>
                  <a:pt x="11901" y="600"/>
                </a:cubicBezTo>
                <a:cubicBezTo>
                  <a:pt x="11776" y="602"/>
                  <a:pt x="11652" y="603"/>
                  <a:pt x="11529" y="603"/>
                </a:cubicBezTo>
                <a:cubicBezTo>
                  <a:pt x="8684" y="603"/>
                  <a:pt x="6090" y="158"/>
                  <a:pt x="3227" y="158"/>
                </a:cubicBezTo>
                <a:cubicBezTo>
                  <a:pt x="3143" y="158"/>
                  <a:pt x="3060" y="159"/>
                  <a:pt x="2977" y="159"/>
                </a:cubicBezTo>
                <a:cubicBezTo>
                  <a:pt x="1895" y="173"/>
                  <a:pt x="898" y="245"/>
                  <a:pt x="1" y="372"/>
                </a:cubicBezTo>
                <a:lnTo>
                  <a:pt x="1" y="11931"/>
                </a:lnTo>
                <a:lnTo>
                  <a:pt x="38421" y="11931"/>
                </a:lnTo>
                <a:lnTo>
                  <a:pt x="38421" y="45"/>
                </a:lnTo>
                <a:cubicBezTo>
                  <a:pt x="38071" y="36"/>
                  <a:pt x="37720" y="31"/>
                  <a:pt x="37370" y="31"/>
                </a:cubicBezTo>
                <a:cubicBezTo>
                  <a:pt x="36679" y="31"/>
                  <a:pt x="35993" y="50"/>
                  <a:pt x="35331" y="88"/>
                </a:cubicBezTo>
                <a:cubicBezTo>
                  <a:pt x="33766" y="188"/>
                  <a:pt x="32314" y="387"/>
                  <a:pt x="30677" y="401"/>
                </a:cubicBezTo>
                <a:cubicBezTo>
                  <a:pt x="30521" y="404"/>
                  <a:pt x="30364" y="406"/>
                  <a:pt x="30208" y="406"/>
                </a:cubicBezTo>
                <a:cubicBezTo>
                  <a:pt x="29059" y="406"/>
                  <a:pt x="27922" y="320"/>
                  <a:pt x="26819" y="245"/>
                </a:cubicBezTo>
                <a:cubicBezTo>
                  <a:pt x="24954" y="115"/>
                  <a:pt x="22978"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2"/>
          <p:cNvSpPr/>
          <p:nvPr/>
        </p:nvSpPr>
        <p:spPr>
          <a:xfrm>
            <a:off x="5" y="4882290"/>
            <a:ext cx="9146043" cy="261201"/>
          </a:xfrm>
          <a:custGeom>
            <a:avLst/>
            <a:gdLst/>
            <a:ahLst/>
            <a:cxnLst/>
            <a:rect l="l" t="t" r="r" b="b"/>
            <a:pathLst>
              <a:path w="38434" h="5832" extrusionOk="0">
                <a:moveTo>
                  <a:pt x="3974" y="0"/>
                </a:moveTo>
                <a:cubicBezTo>
                  <a:pt x="2468" y="0"/>
                  <a:pt x="1146" y="66"/>
                  <a:pt x="0" y="166"/>
                </a:cubicBezTo>
                <a:lnTo>
                  <a:pt x="0" y="5831"/>
                </a:lnTo>
                <a:lnTo>
                  <a:pt x="38434" y="5831"/>
                </a:lnTo>
                <a:lnTo>
                  <a:pt x="38434" y="2187"/>
                </a:lnTo>
                <a:cubicBezTo>
                  <a:pt x="37628" y="2226"/>
                  <a:pt x="36759" y="2244"/>
                  <a:pt x="35836" y="2244"/>
                </a:cubicBezTo>
                <a:cubicBezTo>
                  <a:pt x="32715" y="2244"/>
                  <a:pt x="28983" y="2036"/>
                  <a:pt x="25039" y="1717"/>
                </a:cubicBezTo>
                <a:cubicBezTo>
                  <a:pt x="22079" y="1489"/>
                  <a:pt x="19018" y="1204"/>
                  <a:pt x="16000" y="919"/>
                </a:cubicBezTo>
                <a:cubicBezTo>
                  <a:pt x="13922" y="707"/>
                  <a:pt x="11872" y="507"/>
                  <a:pt x="9907" y="308"/>
                </a:cubicBezTo>
                <a:cubicBezTo>
                  <a:pt x="7678" y="87"/>
                  <a:pt x="5705" y="0"/>
                  <a:pt x="39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2"/>
          <p:cNvSpPr/>
          <p:nvPr/>
        </p:nvSpPr>
        <p:spPr>
          <a:xfrm>
            <a:off x="2165772" y="4553366"/>
            <a:ext cx="792560" cy="68264"/>
          </a:xfrm>
          <a:custGeom>
            <a:avLst/>
            <a:gdLst/>
            <a:ahLst/>
            <a:cxnLst/>
            <a:rect l="l" t="t" r="r" b="b"/>
            <a:pathLst>
              <a:path w="6583" h="567" extrusionOk="0">
                <a:moveTo>
                  <a:pt x="6473" y="1"/>
                </a:moveTo>
                <a:cubicBezTo>
                  <a:pt x="6464" y="1"/>
                  <a:pt x="6456" y="3"/>
                  <a:pt x="6448" y="7"/>
                </a:cubicBezTo>
                <a:cubicBezTo>
                  <a:pt x="6278" y="106"/>
                  <a:pt x="6065" y="163"/>
                  <a:pt x="5879" y="206"/>
                </a:cubicBezTo>
                <a:cubicBezTo>
                  <a:pt x="5744" y="227"/>
                  <a:pt x="5600" y="240"/>
                  <a:pt x="5460" y="240"/>
                </a:cubicBezTo>
                <a:cubicBezTo>
                  <a:pt x="5409" y="240"/>
                  <a:pt x="5359" y="238"/>
                  <a:pt x="5310" y="234"/>
                </a:cubicBezTo>
                <a:cubicBezTo>
                  <a:pt x="4941" y="222"/>
                  <a:pt x="4583" y="188"/>
                  <a:pt x="4217" y="188"/>
                </a:cubicBezTo>
                <a:cubicBezTo>
                  <a:pt x="4159" y="188"/>
                  <a:pt x="4101" y="189"/>
                  <a:pt x="4043" y="191"/>
                </a:cubicBezTo>
                <a:cubicBezTo>
                  <a:pt x="3573" y="220"/>
                  <a:pt x="3104" y="320"/>
                  <a:pt x="2633" y="348"/>
                </a:cubicBezTo>
                <a:cubicBezTo>
                  <a:pt x="2546" y="353"/>
                  <a:pt x="2460" y="356"/>
                  <a:pt x="2375" y="356"/>
                </a:cubicBezTo>
                <a:cubicBezTo>
                  <a:pt x="2225" y="356"/>
                  <a:pt x="2076" y="347"/>
                  <a:pt x="1922" y="320"/>
                </a:cubicBezTo>
                <a:cubicBezTo>
                  <a:pt x="1709" y="291"/>
                  <a:pt x="1510" y="234"/>
                  <a:pt x="1295" y="177"/>
                </a:cubicBezTo>
                <a:cubicBezTo>
                  <a:pt x="1079" y="131"/>
                  <a:pt x="815" y="68"/>
                  <a:pt x="568" y="68"/>
                </a:cubicBezTo>
                <a:cubicBezTo>
                  <a:pt x="360" y="68"/>
                  <a:pt x="164" y="112"/>
                  <a:pt x="14" y="248"/>
                </a:cubicBezTo>
                <a:cubicBezTo>
                  <a:pt x="1" y="263"/>
                  <a:pt x="1" y="276"/>
                  <a:pt x="14" y="276"/>
                </a:cubicBezTo>
                <a:cubicBezTo>
                  <a:pt x="178" y="255"/>
                  <a:pt x="333" y="225"/>
                  <a:pt x="487" y="225"/>
                </a:cubicBezTo>
                <a:cubicBezTo>
                  <a:pt x="534" y="225"/>
                  <a:pt x="580" y="228"/>
                  <a:pt x="627" y="234"/>
                </a:cubicBezTo>
                <a:cubicBezTo>
                  <a:pt x="840" y="248"/>
                  <a:pt x="1054" y="305"/>
                  <a:pt x="1267" y="362"/>
                </a:cubicBezTo>
                <a:cubicBezTo>
                  <a:pt x="1466" y="419"/>
                  <a:pt x="1680" y="491"/>
                  <a:pt x="1893" y="519"/>
                </a:cubicBezTo>
                <a:cubicBezTo>
                  <a:pt x="2064" y="551"/>
                  <a:pt x="2242" y="567"/>
                  <a:pt x="2422" y="567"/>
                </a:cubicBezTo>
                <a:cubicBezTo>
                  <a:pt x="2483" y="567"/>
                  <a:pt x="2544" y="565"/>
                  <a:pt x="2605" y="561"/>
                </a:cubicBezTo>
                <a:cubicBezTo>
                  <a:pt x="3075" y="547"/>
                  <a:pt x="3545" y="447"/>
                  <a:pt x="4015" y="419"/>
                </a:cubicBezTo>
                <a:cubicBezTo>
                  <a:pt x="4098" y="413"/>
                  <a:pt x="4181" y="411"/>
                  <a:pt x="4265" y="411"/>
                </a:cubicBezTo>
                <a:cubicBezTo>
                  <a:pt x="4608" y="411"/>
                  <a:pt x="4952" y="450"/>
                  <a:pt x="5296" y="462"/>
                </a:cubicBezTo>
                <a:cubicBezTo>
                  <a:pt x="5524" y="462"/>
                  <a:pt x="5737" y="447"/>
                  <a:pt x="5964" y="405"/>
                </a:cubicBezTo>
                <a:cubicBezTo>
                  <a:pt x="6065" y="390"/>
                  <a:pt x="6164" y="362"/>
                  <a:pt x="6264" y="305"/>
                </a:cubicBezTo>
                <a:cubicBezTo>
                  <a:pt x="6363" y="263"/>
                  <a:pt x="6435" y="191"/>
                  <a:pt x="6534" y="120"/>
                </a:cubicBezTo>
                <a:cubicBezTo>
                  <a:pt x="6583" y="71"/>
                  <a:pt x="6526" y="1"/>
                  <a:pt x="64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2"/>
          <p:cNvSpPr/>
          <p:nvPr/>
        </p:nvSpPr>
        <p:spPr>
          <a:xfrm>
            <a:off x="2405859" y="4327643"/>
            <a:ext cx="186371" cy="34794"/>
          </a:xfrm>
          <a:custGeom>
            <a:avLst/>
            <a:gdLst/>
            <a:ahLst/>
            <a:cxnLst/>
            <a:rect l="l" t="t" r="r" b="b"/>
            <a:pathLst>
              <a:path w="1548" h="289" extrusionOk="0">
                <a:moveTo>
                  <a:pt x="318" y="0"/>
                </a:moveTo>
                <a:cubicBezTo>
                  <a:pt x="210" y="0"/>
                  <a:pt x="105" y="24"/>
                  <a:pt x="15" y="95"/>
                </a:cubicBezTo>
                <a:cubicBezTo>
                  <a:pt x="0" y="95"/>
                  <a:pt x="15" y="109"/>
                  <a:pt x="15" y="109"/>
                </a:cubicBezTo>
                <a:cubicBezTo>
                  <a:pt x="94" y="61"/>
                  <a:pt x="176" y="43"/>
                  <a:pt x="258" y="43"/>
                </a:cubicBezTo>
                <a:cubicBezTo>
                  <a:pt x="443" y="43"/>
                  <a:pt x="631" y="135"/>
                  <a:pt x="798" y="195"/>
                </a:cubicBezTo>
                <a:cubicBezTo>
                  <a:pt x="915" y="241"/>
                  <a:pt x="1066" y="288"/>
                  <a:pt x="1209" y="288"/>
                </a:cubicBezTo>
                <a:cubicBezTo>
                  <a:pt x="1327" y="288"/>
                  <a:pt x="1440" y="256"/>
                  <a:pt x="1524" y="166"/>
                </a:cubicBezTo>
                <a:cubicBezTo>
                  <a:pt x="1548" y="142"/>
                  <a:pt x="1532" y="89"/>
                  <a:pt x="1493" y="89"/>
                </a:cubicBezTo>
                <a:cubicBezTo>
                  <a:pt x="1485" y="89"/>
                  <a:pt x="1476" y="91"/>
                  <a:pt x="1467" y="95"/>
                </a:cubicBezTo>
                <a:cubicBezTo>
                  <a:pt x="1373" y="130"/>
                  <a:pt x="1279" y="156"/>
                  <a:pt x="1184" y="156"/>
                </a:cubicBezTo>
                <a:cubicBezTo>
                  <a:pt x="1165" y="156"/>
                  <a:pt x="1145" y="155"/>
                  <a:pt x="1126" y="152"/>
                </a:cubicBezTo>
                <a:cubicBezTo>
                  <a:pt x="983" y="138"/>
                  <a:pt x="855" y="95"/>
                  <a:pt x="712" y="67"/>
                </a:cubicBezTo>
                <a:cubicBezTo>
                  <a:pt x="587" y="36"/>
                  <a:pt x="450" y="0"/>
                  <a:pt x="3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2"/>
          <p:cNvSpPr/>
          <p:nvPr/>
        </p:nvSpPr>
        <p:spPr>
          <a:xfrm>
            <a:off x="1116296" y="4694432"/>
            <a:ext cx="285818" cy="33711"/>
          </a:xfrm>
          <a:custGeom>
            <a:avLst/>
            <a:gdLst/>
            <a:ahLst/>
            <a:cxnLst/>
            <a:rect l="l" t="t" r="r" b="b"/>
            <a:pathLst>
              <a:path w="2374" h="280" extrusionOk="0">
                <a:moveTo>
                  <a:pt x="1016" y="1"/>
                </a:moveTo>
                <a:cubicBezTo>
                  <a:pt x="867" y="1"/>
                  <a:pt x="730" y="40"/>
                  <a:pt x="583" y="95"/>
                </a:cubicBezTo>
                <a:cubicBezTo>
                  <a:pt x="384" y="167"/>
                  <a:pt x="213" y="252"/>
                  <a:pt x="0" y="252"/>
                </a:cubicBezTo>
                <a:cubicBezTo>
                  <a:pt x="57" y="271"/>
                  <a:pt x="115" y="279"/>
                  <a:pt x="174" y="279"/>
                </a:cubicBezTo>
                <a:cubicBezTo>
                  <a:pt x="292" y="279"/>
                  <a:pt x="412" y="247"/>
                  <a:pt x="526" y="209"/>
                </a:cubicBezTo>
                <a:cubicBezTo>
                  <a:pt x="712" y="155"/>
                  <a:pt x="871" y="109"/>
                  <a:pt x="1051" y="109"/>
                </a:cubicBezTo>
                <a:cubicBezTo>
                  <a:pt x="1106" y="109"/>
                  <a:pt x="1164" y="114"/>
                  <a:pt x="1225" y="124"/>
                </a:cubicBezTo>
                <a:cubicBezTo>
                  <a:pt x="1437" y="152"/>
                  <a:pt x="1637" y="209"/>
                  <a:pt x="1851" y="224"/>
                </a:cubicBezTo>
                <a:cubicBezTo>
                  <a:pt x="1881" y="226"/>
                  <a:pt x="1913" y="228"/>
                  <a:pt x="1947" y="228"/>
                </a:cubicBezTo>
                <a:cubicBezTo>
                  <a:pt x="2090" y="228"/>
                  <a:pt x="2256" y="199"/>
                  <a:pt x="2348" y="95"/>
                </a:cubicBezTo>
                <a:cubicBezTo>
                  <a:pt x="2374" y="70"/>
                  <a:pt x="2354" y="22"/>
                  <a:pt x="2329" y="22"/>
                </a:cubicBezTo>
                <a:cubicBezTo>
                  <a:pt x="2326" y="22"/>
                  <a:pt x="2323" y="23"/>
                  <a:pt x="2320" y="25"/>
                </a:cubicBezTo>
                <a:cubicBezTo>
                  <a:pt x="2221" y="53"/>
                  <a:pt x="2136" y="95"/>
                  <a:pt x="2050" y="110"/>
                </a:cubicBezTo>
                <a:cubicBezTo>
                  <a:pt x="2000" y="117"/>
                  <a:pt x="1950" y="120"/>
                  <a:pt x="1900" y="120"/>
                </a:cubicBezTo>
                <a:cubicBezTo>
                  <a:pt x="1851" y="120"/>
                  <a:pt x="1801" y="117"/>
                  <a:pt x="1751" y="110"/>
                </a:cubicBezTo>
                <a:cubicBezTo>
                  <a:pt x="1551" y="81"/>
                  <a:pt x="1352" y="25"/>
                  <a:pt x="1139" y="10"/>
                </a:cubicBezTo>
                <a:cubicBezTo>
                  <a:pt x="1097" y="4"/>
                  <a:pt x="1056" y="1"/>
                  <a:pt x="10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7636209" y="4806068"/>
            <a:ext cx="186371" cy="34794"/>
          </a:xfrm>
          <a:custGeom>
            <a:avLst/>
            <a:gdLst/>
            <a:ahLst/>
            <a:cxnLst/>
            <a:rect l="l" t="t" r="r" b="b"/>
            <a:pathLst>
              <a:path w="1548" h="289" extrusionOk="0">
                <a:moveTo>
                  <a:pt x="318" y="0"/>
                </a:moveTo>
                <a:cubicBezTo>
                  <a:pt x="210" y="0"/>
                  <a:pt x="105" y="24"/>
                  <a:pt x="15" y="95"/>
                </a:cubicBezTo>
                <a:cubicBezTo>
                  <a:pt x="0" y="95"/>
                  <a:pt x="15" y="109"/>
                  <a:pt x="15" y="109"/>
                </a:cubicBezTo>
                <a:cubicBezTo>
                  <a:pt x="94" y="61"/>
                  <a:pt x="176" y="43"/>
                  <a:pt x="258" y="43"/>
                </a:cubicBezTo>
                <a:cubicBezTo>
                  <a:pt x="443" y="43"/>
                  <a:pt x="631" y="135"/>
                  <a:pt x="798" y="195"/>
                </a:cubicBezTo>
                <a:cubicBezTo>
                  <a:pt x="915" y="241"/>
                  <a:pt x="1066" y="288"/>
                  <a:pt x="1209" y="288"/>
                </a:cubicBezTo>
                <a:cubicBezTo>
                  <a:pt x="1327" y="288"/>
                  <a:pt x="1440" y="256"/>
                  <a:pt x="1524" y="166"/>
                </a:cubicBezTo>
                <a:cubicBezTo>
                  <a:pt x="1548" y="142"/>
                  <a:pt x="1532" y="89"/>
                  <a:pt x="1493" y="89"/>
                </a:cubicBezTo>
                <a:cubicBezTo>
                  <a:pt x="1485" y="89"/>
                  <a:pt x="1476" y="91"/>
                  <a:pt x="1467" y="95"/>
                </a:cubicBezTo>
                <a:cubicBezTo>
                  <a:pt x="1373" y="130"/>
                  <a:pt x="1279" y="156"/>
                  <a:pt x="1184" y="156"/>
                </a:cubicBezTo>
                <a:cubicBezTo>
                  <a:pt x="1165" y="156"/>
                  <a:pt x="1145" y="155"/>
                  <a:pt x="1126" y="152"/>
                </a:cubicBezTo>
                <a:cubicBezTo>
                  <a:pt x="983" y="138"/>
                  <a:pt x="855" y="95"/>
                  <a:pt x="712" y="67"/>
                </a:cubicBezTo>
                <a:cubicBezTo>
                  <a:pt x="587" y="36"/>
                  <a:pt x="450" y="0"/>
                  <a:pt x="3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2"/>
          <p:cNvSpPr/>
          <p:nvPr/>
        </p:nvSpPr>
        <p:spPr>
          <a:xfrm>
            <a:off x="7161147" y="4386504"/>
            <a:ext cx="792560" cy="68264"/>
          </a:xfrm>
          <a:custGeom>
            <a:avLst/>
            <a:gdLst/>
            <a:ahLst/>
            <a:cxnLst/>
            <a:rect l="l" t="t" r="r" b="b"/>
            <a:pathLst>
              <a:path w="6583" h="567" extrusionOk="0">
                <a:moveTo>
                  <a:pt x="6473" y="1"/>
                </a:moveTo>
                <a:cubicBezTo>
                  <a:pt x="6464" y="1"/>
                  <a:pt x="6456" y="3"/>
                  <a:pt x="6448" y="7"/>
                </a:cubicBezTo>
                <a:cubicBezTo>
                  <a:pt x="6278" y="106"/>
                  <a:pt x="6065" y="163"/>
                  <a:pt x="5879" y="206"/>
                </a:cubicBezTo>
                <a:cubicBezTo>
                  <a:pt x="5744" y="227"/>
                  <a:pt x="5600" y="240"/>
                  <a:pt x="5460" y="240"/>
                </a:cubicBezTo>
                <a:cubicBezTo>
                  <a:pt x="5409" y="240"/>
                  <a:pt x="5359" y="238"/>
                  <a:pt x="5310" y="234"/>
                </a:cubicBezTo>
                <a:cubicBezTo>
                  <a:pt x="4941" y="222"/>
                  <a:pt x="4583" y="188"/>
                  <a:pt x="4217" y="188"/>
                </a:cubicBezTo>
                <a:cubicBezTo>
                  <a:pt x="4159" y="188"/>
                  <a:pt x="4101" y="189"/>
                  <a:pt x="4043" y="191"/>
                </a:cubicBezTo>
                <a:cubicBezTo>
                  <a:pt x="3573" y="220"/>
                  <a:pt x="3104" y="320"/>
                  <a:pt x="2633" y="348"/>
                </a:cubicBezTo>
                <a:cubicBezTo>
                  <a:pt x="2546" y="353"/>
                  <a:pt x="2460" y="356"/>
                  <a:pt x="2375" y="356"/>
                </a:cubicBezTo>
                <a:cubicBezTo>
                  <a:pt x="2225" y="356"/>
                  <a:pt x="2076" y="347"/>
                  <a:pt x="1922" y="320"/>
                </a:cubicBezTo>
                <a:cubicBezTo>
                  <a:pt x="1709" y="291"/>
                  <a:pt x="1510" y="234"/>
                  <a:pt x="1295" y="177"/>
                </a:cubicBezTo>
                <a:cubicBezTo>
                  <a:pt x="1079" y="131"/>
                  <a:pt x="815" y="68"/>
                  <a:pt x="568" y="68"/>
                </a:cubicBezTo>
                <a:cubicBezTo>
                  <a:pt x="360" y="68"/>
                  <a:pt x="164" y="112"/>
                  <a:pt x="14" y="248"/>
                </a:cubicBezTo>
                <a:cubicBezTo>
                  <a:pt x="1" y="263"/>
                  <a:pt x="1" y="276"/>
                  <a:pt x="14" y="276"/>
                </a:cubicBezTo>
                <a:cubicBezTo>
                  <a:pt x="178" y="255"/>
                  <a:pt x="333" y="225"/>
                  <a:pt x="487" y="225"/>
                </a:cubicBezTo>
                <a:cubicBezTo>
                  <a:pt x="534" y="225"/>
                  <a:pt x="580" y="228"/>
                  <a:pt x="627" y="234"/>
                </a:cubicBezTo>
                <a:cubicBezTo>
                  <a:pt x="840" y="248"/>
                  <a:pt x="1054" y="305"/>
                  <a:pt x="1267" y="362"/>
                </a:cubicBezTo>
                <a:cubicBezTo>
                  <a:pt x="1466" y="419"/>
                  <a:pt x="1680" y="491"/>
                  <a:pt x="1893" y="519"/>
                </a:cubicBezTo>
                <a:cubicBezTo>
                  <a:pt x="2064" y="551"/>
                  <a:pt x="2242" y="567"/>
                  <a:pt x="2422" y="567"/>
                </a:cubicBezTo>
                <a:cubicBezTo>
                  <a:pt x="2483" y="567"/>
                  <a:pt x="2544" y="565"/>
                  <a:pt x="2605" y="561"/>
                </a:cubicBezTo>
                <a:cubicBezTo>
                  <a:pt x="3075" y="547"/>
                  <a:pt x="3545" y="447"/>
                  <a:pt x="4015" y="419"/>
                </a:cubicBezTo>
                <a:cubicBezTo>
                  <a:pt x="4098" y="413"/>
                  <a:pt x="4181" y="411"/>
                  <a:pt x="4265" y="411"/>
                </a:cubicBezTo>
                <a:cubicBezTo>
                  <a:pt x="4608" y="411"/>
                  <a:pt x="4952" y="450"/>
                  <a:pt x="5296" y="462"/>
                </a:cubicBezTo>
                <a:cubicBezTo>
                  <a:pt x="5524" y="462"/>
                  <a:pt x="5737" y="447"/>
                  <a:pt x="5964" y="405"/>
                </a:cubicBezTo>
                <a:cubicBezTo>
                  <a:pt x="6065" y="390"/>
                  <a:pt x="6164" y="362"/>
                  <a:pt x="6264" y="305"/>
                </a:cubicBezTo>
                <a:cubicBezTo>
                  <a:pt x="6363" y="263"/>
                  <a:pt x="6435" y="191"/>
                  <a:pt x="6534" y="120"/>
                </a:cubicBezTo>
                <a:cubicBezTo>
                  <a:pt x="6583" y="71"/>
                  <a:pt x="6526" y="1"/>
                  <a:pt x="64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2"/>
          <p:cNvSpPr/>
          <p:nvPr/>
        </p:nvSpPr>
        <p:spPr>
          <a:xfrm>
            <a:off x="965233" y="731565"/>
            <a:ext cx="1261702" cy="491908"/>
          </a:xfrm>
          <a:custGeom>
            <a:avLst/>
            <a:gdLst/>
            <a:ahLst/>
            <a:cxnLst/>
            <a:rect l="l" t="t" r="r" b="b"/>
            <a:pathLst>
              <a:path w="12268" h="4783" extrusionOk="0">
                <a:moveTo>
                  <a:pt x="3958" y="1"/>
                </a:moveTo>
                <a:cubicBezTo>
                  <a:pt x="3616" y="1"/>
                  <a:pt x="3226" y="115"/>
                  <a:pt x="2787" y="383"/>
                </a:cubicBezTo>
                <a:cubicBezTo>
                  <a:pt x="757" y="1626"/>
                  <a:pt x="1760" y="3244"/>
                  <a:pt x="2326" y="3580"/>
                </a:cubicBezTo>
                <a:lnTo>
                  <a:pt x="2326" y="3580"/>
                </a:lnTo>
                <a:cubicBezTo>
                  <a:pt x="2001" y="3435"/>
                  <a:pt x="1703" y="3372"/>
                  <a:pt x="1438" y="3372"/>
                </a:cubicBezTo>
                <a:cubicBezTo>
                  <a:pt x="525" y="3372"/>
                  <a:pt x="0" y="4114"/>
                  <a:pt x="54" y="4782"/>
                </a:cubicBezTo>
                <a:lnTo>
                  <a:pt x="12268" y="4782"/>
                </a:lnTo>
                <a:cubicBezTo>
                  <a:pt x="12268" y="3779"/>
                  <a:pt x="11531" y="3405"/>
                  <a:pt x="10933" y="3405"/>
                </a:cubicBezTo>
                <a:cubicBezTo>
                  <a:pt x="10632" y="3405"/>
                  <a:pt x="10365" y="3500"/>
                  <a:pt x="10246" y="3657"/>
                </a:cubicBezTo>
                <a:cubicBezTo>
                  <a:pt x="10229" y="2933"/>
                  <a:pt x="9809" y="2569"/>
                  <a:pt x="9338" y="2569"/>
                </a:cubicBezTo>
                <a:cubicBezTo>
                  <a:pt x="9032" y="2569"/>
                  <a:pt x="8705" y="2723"/>
                  <a:pt x="8453" y="3031"/>
                </a:cubicBezTo>
                <a:cubicBezTo>
                  <a:pt x="8228" y="2002"/>
                  <a:pt x="7674" y="1627"/>
                  <a:pt x="7135" y="1627"/>
                </a:cubicBezTo>
                <a:cubicBezTo>
                  <a:pt x="6506" y="1627"/>
                  <a:pt x="5897" y="2138"/>
                  <a:pt x="5850" y="2718"/>
                </a:cubicBezTo>
                <a:lnTo>
                  <a:pt x="5850" y="2718"/>
                </a:lnTo>
                <a:cubicBezTo>
                  <a:pt x="5877" y="1678"/>
                  <a:pt x="5271" y="1"/>
                  <a:pt x="3958"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2"/>
          <p:cNvSpPr/>
          <p:nvPr/>
        </p:nvSpPr>
        <p:spPr>
          <a:xfrm>
            <a:off x="6988451" y="936650"/>
            <a:ext cx="834121" cy="286824"/>
          </a:xfrm>
          <a:custGeom>
            <a:avLst/>
            <a:gdLst/>
            <a:ahLst/>
            <a:cxnLst/>
            <a:rect l="l" t="t" r="r" b="b"/>
            <a:pathLst>
              <a:path w="7464" h="3247" extrusionOk="0">
                <a:moveTo>
                  <a:pt x="3325" y="0"/>
                </a:moveTo>
                <a:cubicBezTo>
                  <a:pt x="2309" y="0"/>
                  <a:pt x="1625" y="1087"/>
                  <a:pt x="1919" y="2250"/>
                </a:cubicBezTo>
                <a:cubicBezTo>
                  <a:pt x="1815" y="2013"/>
                  <a:pt x="1610" y="1913"/>
                  <a:pt x="1376" y="1913"/>
                </a:cubicBezTo>
                <a:cubicBezTo>
                  <a:pt x="781" y="1913"/>
                  <a:pt x="1" y="2561"/>
                  <a:pt x="226" y="3246"/>
                </a:cubicBezTo>
                <a:lnTo>
                  <a:pt x="7442" y="3246"/>
                </a:lnTo>
                <a:cubicBezTo>
                  <a:pt x="7464" y="2847"/>
                  <a:pt x="7290" y="2433"/>
                  <a:pt x="6933" y="2433"/>
                </a:cubicBezTo>
                <a:cubicBezTo>
                  <a:pt x="6818" y="2433"/>
                  <a:pt x="6684" y="2476"/>
                  <a:pt x="6531" y="2577"/>
                </a:cubicBezTo>
                <a:cubicBezTo>
                  <a:pt x="6499" y="2083"/>
                  <a:pt x="6147" y="1861"/>
                  <a:pt x="5748" y="1861"/>
                </a:cubicBezTo>
                <a:cubicBezTo>
                  <a:pt x="5433" y="1861"/>
                  <a:pt x="5090" y="1999"/>
                  <a:pt x="4851" y="2250"/>
                </a:cubicBezTo>
                <a:cubicBezTo>
                  <a:pt x="5250" y="1267"/>
                  <a:pt x="4638" y="171"/>
                  <a:pt x="3528" y="14"/>
                </a:cubicBezTo>
                <a:cubicBezTo>
                  <a:pt x="3459" y="5"/>
                  <a:pt x="3391" y="0"/>
                  <a:pt x="3325" y="0"/>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61"/>
        <p:cNvGrpSpPr/>
        <p:nvPr/>
      </p:nvGrpSpPr>
      <p:grpSpPr>
        <a:xfrm>
          <a:off x="0" y="0"/>
          <a:ext cx="0" cy="0"/>
          <a:chOff x="0" y="0"/>
          <a:chExt cx="0" cy="0"/>
        </a:xfrm>
      </p:grpSpPr>
      <p:sp>
        <p:nvSpPr>
          <p:cNvPr id="362" name="Google Shape;362;p35"/>
          <p:cNvSpPr/>
          <p:nvPr/>
        </p:nvSpPr>
        <p:spPr>
          <a:xfrm>
            <a:off x="-6755" y="2968723"/>
            <a:ext cx="9146073" cy="1813246"/>
          </a:xfrm>
          <a:custGeom>
            <a:avLst/>
            <a:gdLst/>
            <a:ahLst/>
            <a:cxnLst/>
            <a:rect l="l" t="t" r="r" b="b"/>
            <a:pathLst>
              <a:path w="38420" h="7617" extrusionOk="0">
                <a:moveTo>
                  <a:pt x="2861" y="1"/>
                </a:moveTo>
                <a:cubicBezTo>
                  <a:pt x="2307" y="1"/>
                  <a:pt x="1823" y="328"/>
                  <a:pt x="1609" y="812"/>
                </a:cubicBezTo>
                <a:cubicBezTo>
                  <a:pt x="1438" y="627"/>
                  <a:pt x="1197" y="513"/>
                  <a:pt x="940" y="513"/>
                </a:cubicBezTo>
                <a:cubicBezTo>
                  <a:pt x="413" y="513"/>
                  <a:pt x="1" y="940"/>
                  <a:pt x="1" y="1467"/>
                </a:cubicBezTo>
                <a:lnTo>
                  <a:pt x="1" y="7617"/>
                </a:lnTo>
                <a:lnTo>
                  <a:pt x="38420" y="7617"/>
                </a:lnTo>
                <a:lnTo>
                  <a:pt x="38420" y="4457"/>
                </a:lnTo>
                <a:cubicBezTo>
                  <a:pt x="38420" y="3161"/>
                  <a:pt x="37366" y="2107"/>
                  <a:pt x="36071" y="2107"/>
                </a:cubicBezTo>
                <a:cubicBezTo>
                  <a:pt x="35231" y="2107"/>
                  <a:pt x="34506" y="2534"/>
                  <a:pt x="34092" y="3189"/>
                </a:cubicBezTo>
                <a:cubicBezTo>
                  <a:pt x="33822" y="2904"/>
                  <a:pt x="33424" y="2720"/>
                  <a:pt x="32997" y="2720"/>
                </a:cubicBezTo>
                <a:cubicBezTo>
                  <a:pt x="32257" y="2720"/>
                  <a:pt x="31644" y="3261"/>
                  <a:pt x="31530" y="3958"/>
                </a:cubicBezTo>
                <a:cubicBezTo>
                  <a:pt x="31431" y="3929"/>
                  <a:pt x="31331" y="3901"/>
                  <a:pt x="31217" y="3901"/>
                </a:cubicBezTo>
                <a:cubicBezTo>
                  <a:pt x="30818" y="3901"/>
                  <a:pt x="30477" y="4172"/>
                  <a:pt x="30349" y="4527"/>
                </a:cubicBezTo>
                <a:cubicBezTo>
                  <a:pt x="30150" y="4413"/>
                  <a:pt x="29922" y="4356"/>
                  <a:pt x="29680" y="4356"/>
                </a:cubicBezTo>
                <a:cubicBezTo>
                  <a:pt x="29053" y="4356"/>
                  <a:pt x="28527" y="4770"/>
                  <a:pt x="28370" y="5353"/>
                </a:cubicBezTo>
                <a:cubicBezTo>
                  <a:pt x="28157" y="5125"/>
                  <a:pt x="27858" y="4983"/>
                  <a:pt x="27531" y="4983"/>
                </a:cubicBezTo>
                <a:cubicBezTo>
                  <a:pt x="27487" y="4983"/>
                  <a:pt x="27430" y="4997"/>
                  <a:pt x="27388" y="4997"/>
                </a:cubicBezTo>
                <a:lnTo>
                  <a:pt x="27388" y="4884"/>
                </a:lnTo>
                <a:cubicBezTo>
                  <a:pt x="27388" y="4043"/>
                  <a:pt x="26705" y="3360"/>
                  <a:pt x="25865" y="3360"/>
                </a:cubicBezTo>
                <a:cubicBezTo>
                  <a:pt x="25225" y="3360"/>
                  <a:pt x="24669" y="3758"/>
                  <a:pt x="24456" y="4328"/>
                </a:cubicBezTo>
                <a:cubicBezTo>
                  <a:pt x="24270" y="4214"/>
                  <a:pt x="24043" y="4157"/>
                  <a:pt x="23815" y="4157"/>
                </a:cubicBezTo>
                <a:cubicBezTo>
                  <a:pt x="23659" y="4157"/>
                  <a:pt x="23517" y="4186"/>
                  <a:pt x="23374" y="4229"/>
                </a:cubicBezTo>
                <a:cubicBezTo>
                  <a:pt x="23388" y="4214"/>
                  <a:pt x="23388" y="4200"/>
                  <a:pt x="23388" y="4172"/>
                </a:cubicBezTo>
                <a:cubicBezTo>
                  <a:pt x="23388" y="3375"/>
                  <a:pt x="22733" y="2720"/>
                  <a:pt x="21922" y="2720"/>
                </a:cubicBezTo>
                <a:cubicBezTo>
                  <a:pt x="21253" y="2720"/>
                  <a:pt x="20683" y="3189"/>
                  <a:pt x="20527" y="3815"/>
                </a:cubicBezTo>
                <a:cubicBezTo>
                  <a:pt x="20342" y="3702"/>
                  <a:pt x="20142" y="3645"/>
                  <a:pt x="19929" y="3645"/>
                </a:cubicBezTo>
                <a:cubicBezTo>
                  <a:pt x="19303" y="3645"/>
                  <a:pt x="18804" y="4143"/>
                  <a:pt x="18791" y="4755"/>
                </a:cubicBezTo>
                <a:cubicBezTo>
                  <a:pt x="18463" y="4599"/>
                  <a:pt x="18093" y="4499"/>
                  <a:pt x="17709" y="4499"/>
                </a:cubicBezTo>
                <a:cubicBezTo>
                  <a:pt x="17225" y="4499"/>
                  <a:pt x="16783" y="4641"/>
                  <a:pt x="16399" y="4884"/>
                </a:cubicBezTo>
                <a:cubicBezTo>
                  <a:pt x="16228" y="4669"/>
                  <a:pt x="15957" y="4527"/>
                  <a:pt x="15659" y="4527"/>
                </a:cubicBezTo>
                <a:cubicBezTo>
                  <a:pt x="15232" y="4527"/>
                  <a:pt x="14875" y="4798"/>
                  <a:pt x="14733" y="5168"/>
                </a:cubicBezTo>
                <a:cubicBezTo>
                  <a:pt x="14492" y="5054"/>
                  <a:pt x="14221" y="4983"/>
                  <a:pt x="13936" y="4983"/>
                </a:cubicBezTo>
                <a:cubicBezTo>
                  <a:pt x="13794" y="4983"/>
                  <a:pt x="13666" y="5011"/>
                  <a:pt x="13537" y="5026"/>
                </a:cubicBezTo>
                <a:lnTo>
                  <a:pt x="13537" y="4926"/>
                </a:lnTo>
                <a:cubicBezTo>
                  <a:pt x="13537" y="4058"/>
                  <a:pt x="12826" y="3360"/>
                  <a:pt x="11972" y="3360"/>
                </a:cubicBezTo>
                <a:cubicBezTo>
                  <a:pt x="11231" y="3360"/>
                  <a:pt x="10620" y="3872"/>
                  <a:pt x="10449" y="4556"/>
                </a:cubicBezTo>
                <a:cubicBezTo>
                  <a:pt x="10164" y="4157"/>
                  <a:pt x="9694" y="3901"/>
                  <a:pt x="9182" y="3901"/>
                </a:cubicBezTo>
                <a:cubicBezTo>
                  <a:pt x="8982" y="3901"/>
                  <a:pt x="8783" y="3944"/>
                  <a:pt x="8612" y="4015"/>
                </a:cubicBezTo>
                <a:cubicBezTo>
                  <a:pt x="8641" y="3887"/>
                  <a:pt x="8656" y="3773"/>
                  <a:pt x="8656" y="3645"/>
                </a:cubicBezTo>
                <a:cubicBezTo>
                  <a:pt x="8656" y="2791"/>
                  <a:pt x="7972" y="2107"/>
                  <a:pt x="7132" y="2107"/>
                </a:cubicBezTo>
                <a:cubicBezTo>
                  <a:pt x="6606" y="2107"/>
                  <a:pt x="6150" y="2363"/>
                  <a:pt x="5879" y="2762"/>
                </a:cubicBezTo>
                <a:cubicBezTo>
                  <a:pt x="5723" y="2207"/>
                  <a:pt x="5211" y="1794"/>
                  <a:pt x="4613" y="1794"/>
                </a:cubicBezTo>
                <a:cubicBezTo>
                  <a:pt x="4427" y="1794"/>
                  <a:pt x="4256" y="1837"/>
                  <a:pt x="4100" y="1908"/>
                </a:cubicBezTo>
                <a:cubicBezTo>
                  <a:pt x="4171" y="1737"/>
                  <a:pt x="4214" y="1553"/>
                  <a:pt x="4214" y="1353"/>
                </a:cubicBezTo>
                <a:cubicBezTo>
                  <a:pt x="4214" y="613"/>
                  <a:pt x="3602" y="1"/>
                  <a:pt x="2861"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5"/>
          <p:cNvSpPr/>
          <p:nvPr/>
        </p:nvSpPr>
        <p:spPr>
          <a:xfrm flipH="1">
            <a:off x="-6" y="4351801"/>
            <a:ext cx="9144006" cy="791711"/>
          </a:xfrm>
          <a:custGeom>
            <a:avLst/>
            <a:gdLst/>
            <a:ahLst/>
            <a:cxnLst/>
            <a:rect l="l" t="t" r="r" b="b"/>
            <a:pathLst>
              <a:path w="38421" h="11931" extrusionOk="0">
                <a:moveTo>
                  <a:pt x="21037" y="0"/>
                </a:moveTo>
                <a:cubicBezTo>
                  <a:pt x="20192" y="0"/>
                  <a:pt x="19354" y="22"/>
                  <a:pt x="18535" y="74"/>
                </a:cubicBezTo>
                <a:cubicBezTo>
                  <a:pt x="16257" y="216"/>
                  <a:pt x="14279" y="572"/>
                  <a:pt x="11901" y="600"/>
                </a:cubicBezTo>
                <a:cubicBezTo>
                  <a:pt x="11776" y="602"/>
                  <a:pt x="11652" y="603"/>
                  <a:pt x="11529" y="603"/>
                </a:cubicBezTo>
                <a:cubicBezTo>
                  <a:pt x="8684" y="603"/>
                  <a:pt x="6090" y="158"/>
                  <a:pt x="3227" y="158"/>
                </a:cubicBezTo>
                <a:cubicBezTo>
                  <a:pt x="3143" y="158"/>
                  <a:pt x="3060" y="159"/>
                  <a:pt x="2977" y="159"/>
                </a:cubicBezTo>
                <a:cubicBezTo>
                  <a:pt x="1895" y="173"/>
                  <a:pt x="898" y="245"/>
                  <a:pt x="1" y="372"/>
                </a:cubicBezTo>
                <a:lnTo>
                  <a:pt x="1" y="11931"/>
                </a:lnTo>
                <a:lnTo>
                  <a:pt x="38421" y="11931"/>
                </a:lnTo>
                <a:lnTo>
                  <a:pt x="38421" y="45"/>
                </a:lnTo>
                <a:cubicBezTo>
                  <a:pt x="38071" y="36"/>
                  <a:pt x="37720" y="31"/>
                  <a:pt x="37370" y="31"/>
                </a:cubicBezTo>
                <a:cubicBezTo>
                  <a:pt x="36679" y="31"/>
                  <a:pt x="35993" y="50"/>
                  <a:pt x="35331" y="88"/>
                </a:cubicBezTo>
                <a:cubicBezTo>
                  <a:pt x="33766" y="188"/>
                  <a:pt x="32314" y="387"/>
                  <a:pt x="30677" y="401"/>
                </a:cubicBezTo>
                <a:cubicBezTo>
                  <a:pt x="30521" y="404"/>
                  <a:pt x="30364" y="406"/>
                  <a:pt x="30208" y="406"/>
                </a:cubicBezTo>
                <a:cubicBezTo>
                  <a:pt x="29059" y="406"/>
                  <a:pt x="27922" y="320"/>
                  <a:pt x="26819" y="245"/>
                </a:cubicBezTo>
                <a:cubicBezTo>
                  <a:pt x="24954" y="115"/>
                  <a:pt x="22978"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5"/>
          <p:cNvSpPr/>
          <p:nvPr/>
        </p:nvSpPr>
        <p:spPr>
          <a:xfrm>
            <a:off x="0" y="4765525"/>
            <a:ext cx="9146043" cy="377972"/>
          </a:xfrm>
          <a:custGeom>
            <a:avLst/>
            <a:gdLst/>
            <a:ahLst/>
            <a:cxnLst/>
            <a:rect l="l" t="t" r="r" b="b"/>
            <a:pathLst>
              <a:path w="38434" h="5832" extrusionOk="0">
                <a:moveTo>
                  <a:pt x="3974" y="0"/>
                </a:moveTo>
                <a:cubicBezTo>
                  <a:pt x="2468" y="0"/>
                  <a:pt x="1146" y="66"/>
                  <a:pt x="0" y="166"/>
                </a:cubicBezTo>
                <a:lnTo>
                  <a:pt x="0" y="5831"/>
                </a:lnTo>
                <a:lnTo>
                  <a:pt x="38434" y="5831"/>
                </a:lnTo>
                <a:lnTo>
                  <a:pt x="38434" y="2187"/>
                </a:lnTo>
                <a:cubicBezTo>
                  <a:pt x="37628" y="2226"/>
                  <a:pt x="36759" y="2244"/>
                  <a:pt x="35836" y="2244"/>
                </a:cubicBezTo>
                <a:cubicBezTo>
                  <a:pt x="32715" y="2244"/>
                  <a:pt x="28983" y="2036"/>
                  <a:pt x="25039" y="1717"/>
                </a:cubicBezTo>
                <a:cubicBezTo>
                  <a:pt x="22079" y="1489"/>
                  <a:pt x="19018" y="1204"/>
                  <a:pt x="16000" y="919"/>
                </a:cubicBezTo>
                <a:cubicBezTo>
                  <a:pt x="13922" y="707"/>
                  <a:pt x="11872" y="507"/>
                  <a:pt x="9907" y="308"/>
                </a:cubicBezTo>
                <a:cubicBezTo>
                  <a:pt x="7678" y="87"/>
                  <a:pt x="5705" y="0"/>
                  <a:pt x="39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5"/>
        <p:cNvGrpSpPr/>
        <p:nvPr/>
      </p:nvGrpSpPr>
      <p:grpSpPr>
        <a:xfrm>
          <a:off x="0" y="0"/>
          <a:ext cx="0" cy="0"/>
          <a:chOff x="0" y="0"/>
          <a:chExt cx="0" cy="0"/>
        </a:xfrm>
      </p:grpSpPr>
      <p:sp>
        <p:nvSpPr>
          <p:cNvPr id="366" name="Google Shape;366;p36"/>
          <p:cNvSpPr/>
          <p:nvPr/>
        </p:nvSpPr>
        <p:spPr>
          <a:xfrm>
            <a:off x="-6755" y="2968723"/>
            <a:ext cx="9146073" cy="1813246"/>
          </a:xfrm>
          <a:custGeom>
            <a:avLst/>
            <a:gdLst/>
            <a:ahLst/>
            <a:cxnLst/>
            <a:rect l="l" t="t" r="r" b="b"/>
            <a:pathLst>
              <a:path w="38420" h="7617" extrusionOk="0">
                <a:moveTo>
                  <a:pt x="2861" y="1"/>
                </a:moveTo>
                <a:cubicBezTo>
                  <a:pt x="2307" y="1"/>
                  <a:pt x="1823" y="328"/>
                  <a:pt x="1609" y="812"/>
                </a:cubicBezTo>
                <a:cubicBezTo>
                  <a:pt x="1438" y="627"/>
                  <a:pt x="1197" y="513"/>
                  <a:pt x="940" y="513"/>
                </a:cubicBezTo>
                <a:cubicBezTo>
                  <a:pt x="413" y="513"/>
                  <a:pt x="1" y="940"/>
                  <a:pt x="1" y="1467"/>
                </a:cubicBezTo>
                <a:lnTo>
                  <a:pt x="1" y="7617"/>
                </a:lnTo>
                <a:lnTo>
                  <a:pt x="38420" y="7617"/>
                </a:lnTo>
                <a:lnTo>
                  <a:pt x="38420" y="4457"/>
                </a:lnTo>
                <a:cubicBezTo>
                  <a:pt x="38420" y="3161"/>
                  <a:pt x="37366" y="2107"/>
                  <a:pt x="36071" y="2107"/>
                </a:cubicBezTo>
                <a:cubicBezTo>
                  <a:pt x="35231" y="2107"/>
                  <a:pt x="34506" y="2534"/>
                  <a:pt x="34092" y="3189"/>
                </a:cubicBezTo>
                <a:cubicBezTo>
                  <a:pt x="33822" y="2904"/>
                  <a:pt x="33424" y="2720"/>
                  <a:pt x="32997" y="2720"/>
                </a:cubicBezTo>
                <a:cubicBezTo>
                  <a:pt x="32257" y="2720"/>
                  <a:pt x="31644" y="3261"/>
                  <a:pt x="31530" y="3958"/>
                </a:cubicBezTo>
                <a:cubicBezTo>
                  <a:pt x="31431" y="3929"/>
                  <a:pt x="31331" y="3901"/>
                  <a:pt x="31217" y="3901"/>
                </a:cubicBezTo>
                <a:cubicBezTo>
                  <a:pt x="30818" y="3901"/>
                  <a:pt x="30477" y="4172"/>
                  <a:pt x="30349" y="4527"/>
                </a:cubicBezTo>
                <a:cubicBezTo>
                  <a:pt x="30150" y="4413"/>
                  <a:pt x="29922" y="4356"/>
                  <a:pt x="29680" y="4356"/>
                </a:cubicBezTo>
                <a:cubicBezTo>
                  <a:pt x="29053" y="4356"/>
                  <a:pt x="28527" y="4770"/>
                  <a:pt x="28370" y="5353"/>
                </a:cubicBezTo>
                <a:cubicBezTo>
                  <a:pt x="28157" y="5125"/>
                  <a:pt x="27858" y="4983"/>
                  <a:pt x="27531" y="4983"/>
                </a:cubicBezTo>
                <a:cubicBezTo>
                  <a:pt x="27487" y="4983"/>
                  <a:pt x="27430" y="4997"/>
                  <a:pt x="27388" y="4997"/>
                </a:cubicBezTo>
                <a:lnTo>
                  <a:pt x="27388" y="4884"/>
                </a:lnTo>
                <a:cubicBezTo>
                  <a:pt x="27388" y="4043"/>
                  <a:pt x="26705" y="3360"/>
                  <a:pt x="25865" y="3360"/>
                </a:cubicBezTo>
                <a:cubicBezTo>
                  <a:pt x="25225" y="3360"/>
                  <a:pt x="24669" y="3758"/>
                  <a:pt x="24456" y="4328"/>
                </a:cubicBezTo>
                <a:cubicBezTo>
                  <a:pt x="24270" y="4214"/>
                  <a:pt x="24043" y="4157"/>
                  <a:pt x="23815" y="4157"/>
                </a:cubicBezTo>
                <a:cubicBezTo>
                  <a:pt x="23659" y="4157"/>
                  <a:pt x="23517" y="4186"/>
                  <a:pt x="23374" y="4229"/>
                </a:cubicBezTo>
                <a:cubicBezTo>
                  <a:pt x="23388" y="4214"/>
                  <a:pt x="23388" y="4200"/>
                  <a:pt x="23388" y="4172"/>
                </a:cubicBezTo>
                <a:cubicBezTo>
                  <a:pt x="23388" y="3375"/>
                  <a:pt x="22733" y="2720"/>
                  <a:pt x="21922" y="2720"/>
                </a:cubicBezTo>
                <a:cubicBezTo>
                  <a:pt x="21253" y="2720"/>
                  <a:pt x="20683" y="3189"/>
                  <a:pt x="20527" y="3815"/>
                </a:cubicBezTo>
                <a:cubicBezTo>
                  <a:pt x="20342" y="3702"/>
                  <a:pt x="20142" y="3645"/>
                  <a:pt x="19929" y="3645"/>
                </a:cubicBezTo>
                <a:cubicBezTo>
                  <a:pt x="19303" y="3645"/>
                  <a:pt x="18804" y="4143"/>
                  <a:pt x="18791" y="4755"/>
                </a:cubicBezTo>
                <a:cubicBezTo>
                  <a:pt x="18463" y="4599"/>
                  <a:pt x="18093" y="4499"/>
                  <a:pt x="17709" y="4499"/>
                </a:cubicBezTo>
                <a:cubicBezTo>
                  <a:pt x="17225" y="4499"/>
                  <a:pt x="16783" y="4641"/>
                  <a:pt x="16399" y="4884"/>
                </a:cubicBezTo>
                <a:cubicBezTo>
                  <a:pt x="16228" y="4669"/>
                  <a:pt x="15957" y="4527"/>
                  <a:pt x="15659" y="4527"/>
                </a:cubicBezTo>
                <a:cubicBezTo>
                  <a:pt x="15232" y="4527"/>
                  <a:pt x="14875" y="4798"/>
                  <a:pt x="14733" y="5168"/>
                </a:cubicBezTo>
                <a:cubicBezTo>
                  <a:pt x="14492" y="5054"/>
                  <a:pt x="14221" y="4983"/>
                  <a:pt x="13936" y="4983"/>
                </a:cubicBezTo>
                <a:cubicBezTo>
                  <a:pt x="13794" y="4983"/>
                  <a:pt x="13666" y="5011"/>
                  <a:pt x="13537" y="5026"/>
                </a:cubicBezTo>
                <a:lnTo>
                  <a:pt x="13537" y="4926"/>
                </a:lnTo>
                <a:cubicBezTo>
                  <a:pt x="13537" y="4058"/>
                  <a:pt x="12826" y="3360"/>
                  <a:pt x="11972" y="3360"/>
                </a:cubicBezTo>
                <a:cubicBezTo>
                  <a:pt x="11231" y="3360"/>
                  <a:pt x="10620" y="3872"/>
                  <a:pt x="10449" y="4556"/>
                </a:cubicBezTo>
                <a:cubicBezTo>
                  <a:pt x="10164" y="4157"/>
                  <a:pt x="9694" y="3901"/>
                  <a:pt x="9182" y="3901"/>
                </a:cubicBezTo>
                <a:cubicBezTo>
                  <a:pt x="8982" y="3901"/>
                  <a:pt x="8783" y="3944"/>
                  <a:pt x="8612" y="4015"/>
                </a:cubicBezTo>
                <a:cubicBezTo>
                  <a:pt x="8641" y="3887"/>
                  <a:pt x="8656" y="3773"/>
                  <a:pt x="8656" y="3645"/>
                </a:cubicBezTo>
                <a:cubicBezTo>
                  <a:pt x="8656" y="2791"/>
                  <a:pt x="7972" y="2107"/>
                  <a:pt x="7132" y="2107"/>
                </a:cubicBezTo>
                <a:cubicBezTo>
                  <a:pt x="6606" y="2107"/>
                  <a:pt x="6150" y="2363"/>
                  <a:pt x="5879" y="2762"/>
                </a:cubicBezTo>
                <a:cubicBezTo>
                  <a:pt x="5723" y="2207"/>
                  <a:pt x="5211" y="1794"/>
                  <a:pt x="4613" y="1794"/>
                </a:cubicBezTo>
                <a:cubicBezTo>
                  <a:pt x="4427" y="1794"/>
                  <a:pt x="4256" y="1837"/>
                  <a:pt x="4100" y="1908"/>
                </a:cubicBezTo>
                <a:cubicBezTo>
                  <a:pt x="4171" y="1737"/>
                  <a:pt x="4214" y="1553"/>
                  <a:pt x="4214" y="1353"/>
                </a:cubicBezTo>
                <a:cubicBezTo>
                  <a:pt x="4214" y="613"/>
                  <a:pt x="3602" y="1"/>
                  <a:pt x="2861" y="1"/>
                </a:cubicBez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6"/>
          <p:cNvSpPr/>
          <p:nvPr/>
        </p:nvSpPr>
        <p:spPr>
          <a:xfrm>
            <a:off x="0" y="4613950"/>
            <a:ext cx="9144000" cy="535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6"/>
          <p:cNvSpPr/>
          <p:nvPr/>
        </p:nvSpPr>
        <p:spPr>
          <a:xfrm flipH="1">
            <a:off x="-1920503" y="4608300"/>
            <a:ext cx="11059828" cy="468807"/>
          </a:xfrm>
          <a:custGeom>
            <a:avLst/>
            <a:gdLst/>
            <a:ahLst/>
            <a:cxnLst/>
            <a:rect l="l" t="t" r="r" b="b"/>
            <a:pathLst>
              <a:path w="58506" h="8197" extrusionOk="0">
                <a:moveTo>
                  <a:pt x="1" y="1"/>
                </a:moveTo>
                <a:lnTo>
                  <a:pt x="1" y="2364"/>
                </a:lnTo>
                <a:cubicBezTo>
                  <a:pt x="1" y="2364"/>
                  <a:pt x="870" y="3744"/>
                  <a:pt x="3176" y="5069"/>
                </a:cubicBezTo>
                <a:cubicBezTo>
                  <a:pt x="5482" y="6392"/>
                  <a:pt x="8870" y="5609"/>
                  <a:pt x="13666" y="6449"/>
                </a:cubicBezTo>
                <a:cubicBezTo>
                  <a:pt x="17094" y="7051"/>
                  <a:pt x="18219" y="7404"/>
                  <a:pt x="19498" y="7404"/>
                </a:cubicBezTo>
                <a:cubicBezTo>
                  <a:pt x="20004" y="7404"/>
                  <a:pt x="20533" y="7349"/>
                  <a:pt x="21239" y="7232"/>
                </a:cubicBezTo>
                <a:cubicBezTo>
                  <a:pt x="21594" y="7171"/>
                  <a:pt x="21887" y="7145"/>
                  <a:pt x="22139" y="7145"/>
                </a:cubicBezTo>
                <a:cubicBezTo>
                  <a:pt x="23643" y="7145"/>
                  <a:pt x="23671" y="8088"/>
                  <a:pt x="26635" y="8185"/>
                </a:cubicBezTo>
                <a:cubicBezTo>
                  <a:pt x="26832" y="8193"/>
                  <a:pt x="27021" y="8196"/>
                  <a:pt x="27202" y="8196"/>
                </a:cubicBezTo>
                <a:cubicBezTo>
                  <a:pt x="30166" y="8196"/>
                  <a:pt x="30899" y="7230"/>
                  <a:pt x="32442" y="6264"/>
                </a:cubicBezTo>
                <a:cubicBezTo>
                  <a:pt x="32887" y="5986"/>
                  <a:pt x="33297" y="5890"/>
                  <a:pt x="33691" y="5890"/>
                </a:cubicBezTo>
                <a:cubicBezTo>
                  <a:pt x="34552" y="5890"/>
                  <a:pt x="35342" y="6345"/>
                  <a:pt x="36278" y="6345"/>
                </a:cubicBezTo>
                <a:cubicBezTo>
                  <a:pt x="36491" y="6345"/>
                  <a:pt x="36710" y="6322"/>
                  <a:pt x="36940" y="6264"/>
                </a:cubicBezTo>
                <a:cubicBezTo>
                  <a:pt x="38634" y="5851"/>
                  <a:pt x="38805" y="4528"/>
                  <a:pt x="40200" y="4528"/>
                </a:cubicBezTo>
                <a:cubicBezTo>
                  <a:pt x="40685" y="4528"/>
                  <a:pt x="41244" y="4541"/>
                  <a:pt x="41890" y="4541"/>
                </a:cubicBezTo>
                <a:cubicBezTo>
                  <a:pt x="43100" y="4541"/>
                  <a:pt x="44612" y="4493"/>
                  <a:pt x="46506" y="4214"/>
                </a:cubicBezTo>
                <a:cubicBezTo>
                  <a:pt x="49424" y="3801"/>
                  <a:pt x="57296" y="1580"/>
                  <a:pt x="585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62D8F4">
            <a:alpha val="25099"/>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478200"/>
          </a:xfrm>
          <a:prstGeom prst="rect">
            <a:avLst/>
          </a:prstGeom>
          <a:noFill/>
          <a:ln>
            <a:noFill/>
          </a:ln>
        </p:spPr>
        <p:txBody>
          <a:bodyPr spcFirstLastPara="1" wrap="square" lIns="91425" tIns="0" rIns="91425" bIns="91425" anchor="t" anchorCtr="0">
            <a:noAutofit/>
          </a:bodyPr>
          <a:lstStyle>
            <a:lvl1pPr lvl="0" algn="ctr" rtl="0">
              <a:spcBef>
                <a:spcPts val="0"/>
              </a:spcBef>
              <a:spcAft>
                <a:spcPts val="0"/>
              </a:spcAft>
              <a:buClr>
                <a:schemeClr val="accent4"/>
              </a:buClr>
              <a:buSzPts val="3500"/>
              <a:buFont typeface="Titan One"/>
              <a:buNone/>
              <a:defRPr sz="3500">
                <a:solidFill>
                  <a:schemeClr val="accent4"/>
                </a:solidFill>
                <a:latin typeface="Titan One"/>
                <a:ea typeface="Titan One"/>
                <a:cs typeface="Titan One"/>
                <a:sym typeface="Titan One"/>
              </a:defRPr>
            </a:lvl1pPr>
            <a:lvl2pPr lvl="1" algn="ctr" rtl="0">
              <a:spcBef>
                <a:spcPts val="0"/>
              </a:spcBef>
              <a:spcAft>
                <a:spcPts val="0"/>
              </a:spcAft>
              <a:buClr>
                <a:schemeClr val="accent4"/>
              </a:buClr>
              <a:buSzPts val="3500"/>
              <a:buFont typeface="Titan One"/>
              <a:buNone/>
              <a:defRPr sz="3500">
                <a:solidFill>
                  <a:schemeClr val="accent4"/>
                </a:solidFill>
                <a:latin typeface="Titan One"/>
                <a:ea typeface="Titan One"/>
                <a:cs typeface="Titan One"/>
                <a:sym typeface="Titan One"/>
              </a:defRPr>
            </a:lvl2pPr>
            <a:lvl3pPr lvl="2" algn="ctr" rtl="0">
              <a:spcBef>
                <a:spcPts val="0"/>
              </a:spcBef>
              <a:spcAft>
                <a:spcPts val="0"/>
              </a:spcAft>
              <a:buClr>
                <a:schemeClr val="accent4"/>
              </a:buClr>
              <a:buSzPts val="3500"/>
              <a:buFont typeface="Titan One"/>
              <a:buNone/>
              <a:defRPr sz="3500">
                <a:solidFill>
                  <a:schemeClr val="accent4"/>
                </a:solidFill>
                <a:latin typeface="Titan One"/>
                <a:ea typeface="Titan One"/>
                <a:cs typeface="Titan One"/>
                <a:sym typeface="Titan One"/>
              </a:defRPr>
            </a:lvl3pPr>
            <a:lvl4pPr lvl="3" algn="ctr" rtl="0">
              <a:spcBef>
                <a:spcPts val="0"/>
              </a:spcBef>
              <a:spcAft>
                <a:spcPts val="0"/>
              </a:spcAft>
              <a:buClr>
                <a:schemeClr val="accent4"/>
              </a:buClr>
              <a:buSzPts val="3500"/>
              <a:buFont typeface="Titan One"/>
              <a:buNone/>
              <a:defRPr sz="3500">
                <a:solidFill>
                  <a:schemeClr val="accent4"/>
                </a:solidFill>
                <a:latin typeface="Titan One"/>
                <a:ea typeface="Titan One"/>
                <a:cs typeface="Titan One"/>
                <a:sym typeface="Titan One"/>
              </a:defRPr>
            </a:lvl4pPr>
            <a:lvl5pPr lvl="4" algn="ctr" rtl="0">
              <a:spcBef>
                <a:spcPts val="0"/>
              </a:spcBef>
              <a:spcAft>
                <a:spcPts val="0"/>
              </a:spcAft>
              <a:buClr>
                <a:schemeClr val="accent4"/>
              </a:buClr>
              <a:buSzPts val="3500"/>
              <a:buFont typeface="Titan One"/>
              <a:buNone/>
              <a:defRPr sz="3500">
                <a:solidFill>
                  <a:schemeClr val="accent4"/>
                </a:solidFill>
                <a:latin typeface="Titan One"/>
                <a:ea typeface="Titan One"/>
                <a:cs typeface="Titan One"/>
                <a:sym typeface="Titan One"/>
              </a:defRPr>
            </a:lvl5pPr>
            <a:lvl6pPr lvl="5" algn="ctr" rtl="0">
              <a:spcBef>
                <a:spcPts val="0"/>
              </a:spcBef>
              <a:spcAft>
                <a:spcPts val="0"/>
              </a:spcAft>
              <a:buClr>
                <a:schemeClr val="accent4"/>
              </a:buClr>
              <a:buSzPts val="3500"/>
              <a:buFont typeface="Titan One"/>
              <a:buNone/>
              <a:defRPr sz="3500">
                <a:solidFill>
                  <a:schemeClr val="accent4"/>
                </a:solidFill>
                <a:latin typeface="Titan One"/>
                <a:ea typeface="Titan One"/>
                <a:cs typeface="Titan One"/>
                <a:sym typeface="Titan One"/>
              </a:defRPr>
            </a:lvl6pPr>
            <a:lvl7pPr lvl="6" algn="ctr" rtl="0">
              <a:spcBef>
                <a:spcPts val="0"/>
              </a:spcBef>
              <a:spcAft>
                <a:spcPts val="0"/>
              </a:spcAft>
              <a:buClr>
                <a:schemeClr val="accent4"/>
              </a:buClr>
              <a:buSzPts val="3500"/>
              <a:buFont typeface="Titan One"/>
              <a:buNone/>
              <a:defRPr sz="3500">
                <a:solidFill>
                  <a:schemeClr val="accent4"/>
                </a:solidFill>
                <a:latin typeface="Titan One"/>
                <a:ea typeface="Titan One"/>
                <a:cs typeface="Titan One"/>
                <a:sym typeface="Titan One"/>
              </a:defRPr>
            </a:lvl7pPr>
            <a:lvl8pPr lvl="7" algn="ctr" rtl="0">
              <a:spcBef>
                <a:spcPts val="0"/>
              </a:spcBef>
              <a:spcAft>
                <a:spcPts val="0"/>
              </a:spcAft>
              <a:buClr>
                <a:schemeClr val="accent4"/>
              </a:buClr>
              <a:buSzPts val="3500"/>
              <a:buFont typeface="Titan One"/>
              <a:buNone/>
              <a:defRPr sz="3500">
                <a:solidFill>
                  <a:schemeClr val="accent4"/>
                </a:solidFill>
                <a:latin typeface="Titan One"/>
                <a:ea typeface="Titan One"/>
                <a:cs typeface="Titan One"/>
                <a:sym typeface="Titan One"/>
              </a:defRPr>
            </a:lvl8pPr>
            <a:lvl9pPr lvl="8" algn="ctr" rtl="0">
              <a:spcBef>
                <a:spcPts val="0"/>
              </a:spcBef>
              <a:spcAft>
                <a:spcPts val="0"/>
              </a:spcAft>
              <a:buClr>
                <a:schemeClr val="accent4"/>
              </a:buClr>
              <a:buSzPts val="3500"/>
              <a:buFont typeface="Titan One"/>
              <a:buNone/>
              <a:defRPr sz="3500">
                <a:solidFill>
                  <a:schemeClr val="accent4"/>
                </a:solidFill>
                <a:latin typeface="Titan One"/>
                <a:ea typeface="Titan One"/>
                <a:cs typeface="Titan One"/>
                <a:sym typeface="Titan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5"/>
              </a:buClr>
              <a:buSzPts val="1400"/>
              <a:buFont typeface="Lato"/>
              <a:buChar char="●"/>
              <a:defRPr>
                <a:solidFill>
                  <a:schemeClr val="accent5"/>
                </a:solidFill>
                <a:latin typeface="Lato"/>
                <a:ea typeface="Lato"/>
                <a:cs typeface="Lato"/>
                <a:sym typeface="Lato"/>
              </a:defRPr>
            </a:lvl1pPr>
            <a:lvl2pPr marL="914400" lvl="1" indent="-317500">
              <a:lnSpc>
                <a:spcPct val="100000"/>
              </a:lnSpc>
              <a:spcBef>
                <a:spcPts val="0"/>
              </a:spcBef>
              <a:spcAft>
                <a:spcPts val="0"/>
              </a:spcAft>
              <a:buClr>
                <a:schemeClr val="accent5"/>
              </a:buClr>
              <a:buSzPts val="1400"/>
              <a:buFont typeface="Lato"/>
              <a:buChar char="○"/>
              <a:defRPr>
                <a:solidFill>
                  <a:schemeClr val="accent5"/>
                </a:solidFill>
                <a:latin typeface="Lato"/>
                <a:ea typeface="Lato"/>
                <a:cs typeface="Lato"/>
                <a:sym typeface="Lato"/>
              </a:defRPr>
            </a:lvl2pPr>
            <a:lvl3pPr marL="1371600" lvl="2" indent="-317500">
              <a:lnSpc>
                <a:spcPct val="100000"/>
              </a:lnSpc>
              <a:spcBef>
                <a:spcPts val="0"/>
              </a:spcBef>
              <a:spcAft>
                <a:spcPts val="0"/>
              </a:spcAft>
              <a:buClr>
                <a:schemeClr val="accent5"/>
              </a:buClr>
              <a:buSzPts val="1400"/>
              <a:buFont typeface="Lato"/>
              <a:buChar char="■"/>
              <a:defRPr>
                <a:solidFill>
                  <a:schemeClr val="accent5"/>
                </a:solidFill>
                <a:latin typeface="Lato"/>
                <a:ea typeface="Lato"/>
                <a:cs typeface="Lato"/>
                <a:sym typeface="Lato"/>
              </a:defRPr>
            </a:lvl3pPr>
            <a:lvl4pPr marL="1828800" lvl="3" indent="-317500">
              <a:lnSpc>
                <a:spcPct val="100000"/>
              </a:lnSpc>
              <a:spcBef>
                <a:spcPts val="0"/>
              </a:spcBef>
              <a:spcAft>
                <a:spcPts val="0"/>
              </a:spcAft>
              <a:buClr>
                <a:schemeClr val="accent5"/>
              </a:buClr>
              <a:buSzPts val="1400"/>
              <a:buFont typeface="Lato"/>
              <a:buChar char="●"/>
              <a:defRPr>
                <a:solidFill>
                  <a:schemeClr val="accent5"/>
                </a:solidFill>
                <a:latin typeface="Lato"/>
                <a:ea typeface="Lato"/>
                <a:cs typeface="Lato"/>
                <a:sym typeface="Lato"/>
              </a:defRPr>
            </a:lvl4pPr>
            <a:lvl5pPr marL="2286000" lvl="4" indent="-317500">
              <a:lnSpc>
                <a:spcPct val="100000"/>
              </a:lnSpc>
              <a:spcBef>
                <a:spcPts val="0"/>
              </a:spcBef>
              <a:spcAft>
                <a:spcPts val="0"/>
              </a:spcAft>
              <a:buClr>
                <a:schemeClr val="accent5"/>
              </a:buClr>
              <a:buSzPts val="1400"/>
              <a:buFont typeface="Lato"/>
              <a:buChar char="○"/>
              <a:defRPr>
                <a:solidFill>
                  <a:schemeClr val="accent5"/>
                </a:solidFill>
                <a:latin typeface="Lato"/>
                <a:ea typeface="Lato"/>
                <a:cs typeface="Lato"/>
                <a:sym typeface="Lato"/>
              </a:defRPr>
            </a:lvl5pPr>
            <a:lvl6pPr marL="2743200" lvl="5" indent="-317500">
              <a:lnSpc>
                <a:spcPct val="100000"/>
              </a:lnSpc>
              <a:spcBef>
                <a:spcPts val="0"/>
              </a:spcBef>
              <a:spcAft>
                <a:spcPts val="0"/>
              </a:spcAft>
              <a:buClr>
                <a:schemeClr val="accent5"/>
              </a:buClr>
              <a:buSzPts val="1400"/>
              <a:buFont typeface="Lato"/>
              <a:buChar char="■"/>
              <a:defRPr>
                <a:solidFill>
                  <a:schemeClr val="accent5"/>
                </a:solidFill>
                <a:latin typeface="Lato"/>
                <a:ea typeface="Lato"/>
                <a:cs typeface="Lato"/>
                <a:sym typeface="Lato"/>
              </a:defRPr>
            </a:lvl6pPr>
            <a:lvl7pPr marL="3200400" lvl="6" indent="-317500">
              <a:lnSpc>
                <a:spcPct val="100000"/>
              </a:lnSpc>
              <a:spcBef>
                <a:spcPts val="0"/>
              </a:spcBef>
              <a:spcAft>
                <a:spcPts val="0"/>
              </a:spcAft>
              <a:buClr>
                <a:schemeClr val="accent5"/>
              </a:buClr>
              <a:buSzPts val="1400"/>
              <a:buFont typeface="Lato"/>
              <a:buChar char="●"/>
              <a:defRPr>
                <a:solidFill>
                  <a:schemeClr val="accent5"/>
                </a:solidFill>
                <a:latin typeface="Lato"/>
                <a:ea typeface="Lato"/>
                <a:cs typeface="Lato"/>
                <a:sym typeface="Lato"/>
              </a:defRPr>
            </a:lvl7pPr>
            <a:lvl8pPr marL="3657600" lvl="7" indent="-317500">
              <a:lnSpc>
                <a:spcPct val="100000"/>
              </a:lnSpc>
              <a:spcBef>
                <a:spcPts val="0"/>
              </a:spcBef>
              <a:spcAft>
                <a:spcPts val="0"/>
              </a:spcAft>
              <a:buClr>
                <a:schemeClr val="accent5"/>
              </a:buClr>
              <a:buSzPts val="1400"/>
              <a:buFont typeface="Lato"/>
              <a:buChar char="○"/>
              <a:defRPr>
                <a:solidFill>
                  <a:schemeClr val="accent5"/>
                </a:solidFill>
                <a:latin typeface="Lato"/>
                <a:ea typeface="Lato"/>
                <a:cs typeface="Lato"/>
                <a:sym typeface="Lato"/>
              </a:defRPr>
            </a:lvl8pPr>
            <a:lvl9pPr marL="4114800" lvl="8" indent="-317500">
              <a:lnSpc>
                <a:spcPct val="100000"/>
              </a:lnSpc>
              <a:spcBef>
                <a:spcPts val="0"/>
              </a:spcBef>
              <a:spcAft>
                <a:spcPts val="0"/>
              </a:spcAft>
              <a:buClr>
                <a:schemeClr val="accent5"/>
              </a:buClr>
              <a:buSzPts val="1400"/>
              <a:buFont typeface="Lato"/>
              <a:buChar char="■"/>
              <a:defRPr>
                <a:solidFill>
                  <a:schemeClr val="accent5"/>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59" r:id="rId4"/>
    <p:sldLayoutId id="2147483665" r:id="rId5"/>
    <p:sldLayoutId id="2147483668" r:id="rId6"/>
    <p:sldLayoutId id="2147483672" r:id="rId7"/>
    <p:sldLayoutId id="2147483678" r:id="rId8"/>
    <p:sldLayoutId id="2147483681" r:id="rId9"/>
    <p:sldLayoutId id="2147483682"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0"/>
          <p:cNvSpPr txBox="1">
            <a:spLocks noGrp="1"/>
          </p:cNvSpPr>
          <p:nvPr>
            <p:ph type="ctrTitle"/>
          </p:nvPr>
        </p:nvSpPr>
        <p:spPr>
          <a:xfrm>
            <a:off x="1154850" y="615600"/>
            <a:ext cx="6834300" cy="14607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IN" dirty="0">
                <a:solidFill>
                  <a:schemeClr val="lt2"/>
                </a:solidFill>
              </a:rPr>
              <a:t>Console Based </a:t>
            </a:r>
            <a:r>
              <a:rPr lang="en-IN" dirty="0">
                <a:solidFill>
                  <a:schemeClr val="accent4"/>
                </a:solidFill>
              </a:rPr>
              <a:t>Battleship Game</a:t>
            </a:r>
            <a:endParaRPr dirty="0">
              <a:solidFill>
                <a:schemeClr val="accent4"/>
              </a:solidFill>
            </a:endParaRPr>
          </a:p>
        </p:txBody>
      </p:sp>
      <p:grpSp>
        <p:nvGrpSpPr>
          <p:cNvPr id="381" name="Google Shape;381;p40"/>
          <p:cNvGrpSpPr/>
          <p:nvPr/>
        </p:nvGrpSpPr>
        <p:grpSpPr>
          <a:xfrm>
            <a:off x="5466856" y="2513628"/>
            <a:ext cx="2195868" cy="2090474"/>
            <a:chOff x="7990500" y="932775"/>
            <a:chExt cx="1700246" cy="1618640"/>
          </a:xfrm>
        </p:grpSpPr>
        <p:sp>
          <p:nvSpPr>
            <p:cNvPr id="382" name="Google Shape;382;p40"/>
            <p:cNvSpPr/>
            <p:nvPr/>
          </p:nvSpPr>
          <p:spPr>
            <a:xfrm>
              <a:off x="8998372" y="1087529"/>
              <a:ext cx="558842" cy="1013061"/>
            </a:xfrm>
            <a:custGeom>
              <a:avLst/>
              <a:gdLst/>
              <a:ahLst/>
              <a:cxnLst/>
              <a:rect l="l" t="t" r="r" b="b"/>
              <a:pathLst>
                <a:path w="9353" h="16955" extrusionOk="0">
                  <a:moveTo>
                    <a:pt x="1" y="1"/>
                  </a:moveTo>
                  <a:lnTo>
                    <a:pt x="1" y="16955"/>
                  </a:lnTo>
                  <a:lnTo>
                    <a:pt x="9352" y="1695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0"/>
            <p:cNvSpPr/>
            <p:nvPr/>
          </p:nvSpPr>
          <p:spPr>
            <a:xfrm>
              <a:off x="8281366" y="1087529"/>
              <a:ext cx="559678" cy="1013061"/>
            </a:xfrm>
            <a:custGeom>
              <a:avLst/>
              <a:gdLst/>
              <a:ahLst/>
              <a:cxnLst/>
              <a:rect l="l" t="t" r="r" b="b"/>
              <a:pathLst>
                <a:path w="9367" h="16955" extrusionOk="0">
                  <a:moveTo>
                    <a:pt x="9367" y="1"/>
                  </a:moveTo>
                  <a:lnTo>
                    <a:pt x="7560" y="3261"/>
                  </a:lnTo>
                  <a:lnTo>
                    <a:pt x="7303" y="3717"/>
                  </a:lnTo>
                  <a:lnTo>
                    <a:pt x="5652" y="6720"/>
                  </a:lnTo>
                  <a:lnTo>
                    <a:pt x="5396" y="7175"/>
                  </a:lnTo>
                  <a:lnTo>
                    <a:pt x="3730" y="10193"/>
                  </a:lnTo>
                  <a:lnTo>
                    <a:pt x="3474" y="10648"/>
                  </a:lnTo>
                  <a:lnTo>
                    <a:pt x="1822" y="13652"/>
                  </a:lnTo>
                  <a:lnTo>
                    <a:pt x="1566" y="14122"/>
                  </a:lnTo>
                  <a:lnTo>
                    <a:pt x="0" y="16955"/>
                  </a:lnTo>
                  <a:lnTo>
                    <a:pt x="9367" y="16955"/>
                  </a:lnTo>
                  <a:lnTo>
                    <a:pt x="93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0"/>
            <p:cNvSpPr/>
            <p:nvPr/>
          </p:nvSpPr>
          <p:spPr>
            <a:xfrm>
              <a:off x="8717724" y="1282375"/>
              <a:ext cx="123324" cy="27246"/>
            </a:xfrm>
            <a:custGeom>
              <a:avLst/>
              <a:gdLst/>
              <a:ahLst/>
              <a:cxnLst/>
              <a:rect l="l" t="t" r="r" b="b"/>
              <a:pathLst>
                <a:path w="2064" h="456" extrusionOk="0">
                  <a:moveTo>
                    <a:pt x="257" y="0"/>
                  </a:moveTo>
                  <a:lnTo>
                    <a:pt x="0" y="456"/>
                  </a:lnTo>
                  <a:lnTo>
                    <a:pt x="2064" y="456"/>
                  </a:lnTo>
                  <a:lnTo>
                    <a:pt x="206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0"/>
            <p:cNvSpPr/>
            <p:nvPr/>
          </p:nvSpPr>
          <p:spPr>
            <a:xfrm>
              <a:off x="8603720" y="1488993"/>
              <a:ext cx="237327" cy="27306"/>
            </a:xfrm>
            <a:custGeom>
              <a:avLst/>
              <a:gdLst/>
              <a:ahLst/>
              <a:cxnLst/>
              <a:rect l="l" t="t" r="r" b="b"/>
              <a:pathLst>
                <a:path w="3972" h="457" extrusionOk="0">
                  <a:moveTo>
                    <a:pt x="257" y="1"/>
                  </a:moveTo>
                  <a:lnTo>
                    <a:pt x="1" y="456"/>
                  </a:lnTo>
                  <a:lnTo>
                    <a:pt x="3972" y="456"/>
                  </a:lnTo>
                  <a:lnTo>
                    <a:pt x="39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0"/>
            <p:cNvSpPr/>
            <p:nvPr/>
          </p:nvSpPr>
          <p:spPr>
            <a:xfrm>
              <a:off x="8488879" y="1696507"/>
              <a:ext cx="352166" cy="27306"/>
            </a:xfrm>
            <a:custGeom>
              <a:avLst/>
              <a:gdLst/>
              <a:ahLst/>
              <a:cxnLst/>
              <a:rect l="l" t="t" r="r" b="b"/>
              <a:pathLst>
                <a:path w="5894" h="457" extrusionOk="0">
                  <a:moveTo>
                    <a:pt x="257" y="1"/>
                  </a:moveTo>
                  <a:lnTo>
                    <a:pt x="1" y="456"/>
                  </a:lnTo>
                  <a:lnTo>
                    <a:pt x="5894" y="456"/>
                  </a:lnTo>
                  <a:lnTo>
                    <a:pt x="58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0"/>
            <p:cNvSpPr/>
            <p:nvPr/>
          </p:nvSpPr>
          <p:spPr>
            <a:xfrm>
              <a:off x="8374935" y="1903243"/>
              <a:ext cx="466110" cy="28083"/>
            </a:xfrm>
            <a:custGeom>
              <a:avLst/>
              <a:gdLst/>
              <a:ahLst/>
              <a:cxnLst/>
              <a:rect l="l" t="t" r="r" b="b"/>
              <a:pathLst>
                <a:path w="7801" h="470" extrusionOk="0">
                  <a:moveTo>
                    <a:pt x="256" y="0"/>
                  </a:moveTo>
                  <a:lnTo>
                    <a:pt x="0" y="470"/>
                  </a:lnTo>
                  <a:lnTo>
                    <a:pt x="7801" y="470"/>
                  </a:lnTo>
                  <a:lnTo>
                    <a:pt x="78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0"/>
            <p:cNvSpPr/>
            <p:nvPr/>
          </p:nvSpPr>
          <p:spPr>
            <a:xfrm>
              <a:off x="8911614" y="955719"/>
              <a:ext cx="753627" cy="1347303"/>
            </a:xfrm>
            <a:custGeom>
              <a:avLst/>
              <a:gdLst/>
              <a:ahLst/>
              <a:cxnLst/>
              <a:rect l="l" t="t" r="r" b="b"/>
              <a:pathLst>
                <a:path w="12613" h="22549" extrusionOk="0">
                  <a:moveTo>
                    <a:pt x="229" y="1"/>
                  </a:moveTo>
                  <a:lnTo>
                    <a:pt x="1" y="115"/>
                  </a:lnTo>
                  <a:lnTo>
                    <a:pt x="12385" y="22549"/>
                  </a:lnTo>
                  <a:lnTo>
                    <a:pt x="12613" y="22420"/>
                  </a:lnTo>
                  <a:lnTo>
                    <a:pt x="22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0"/>
            <p:cNvSpPr/>
            <p:nvPr/>
          </p:nvSpPr>
          <p:spPr>
            <a:xfrm>
              <a:off x="8173396" y="955719"/>
              <a:ext cx="753627" cy="1347303"/>
            </a:xfrm>
            <a:custGeom>
              <a:avLst/>
              <a:gdLst/>
              <a:ahLst/>
              <a:cxnLst/>
              <a:rect l="l" t="t" r="r" b="b"/>
              <a:pathLst>
                <a:path w="12613" h="22549" extrusionOk="0">
                  <a:moveTo>
                    <a:pt x="12384" y="1"/>
                  </a:moveTo>
                  <a:lnTo>
                    <a:pt x="0" y="22420"/>
                  </a:lnTo>
                  <a:lnTo>
                    <a:pt x="228" y="22549"/>
                  </a:lnTo>
                  <a:lnTo>
                    <a:pt x="12612" y="115"/>
                  </a:lnTo>
                  <a:lnTo>
                    <a:pt x="123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0"/>
            <p:cNvSpPr/>
            <p:nvPr/>
          </p:nvSpPr>
          <p:spPr>
            <a:xfrm>
              <a:off x="7990500" y="2294490"/>
              <a:ext cx="1700246" cy="46784"/>
            </a:xfrm>
            <a:custGeom>
              <a:avLst/>
              <a:gdLst/>
              <a:ahLst/>
              <a:cxnLst/>
              <a:rect l="l" t="t" r="r" b="b"/>
              <a:pathLst>
                <a:path w="28456" h="783" extrusionOk="0">
                  <a:moveTo>
                    <a:pt x="342" y="0"/>
                  </a:moveTo>
                  <a:cubicBezTo>
                    <a:pt x="142" y="0"/>
                    <a:pt x="0" y="156"/>
                    <a:pt x="0" y="342"/>
                  </a:cubicBezTo>
                  <a:lnTo>
                    <a:pt x="0" y="441"/>
                  </a:lnTo>
                  <a:cubicBezTo>
                    <a:pt x="0" y="627"/>
                    <a:pt x="142" y="783"/>
                    <a:pt x="342" y="783"/>
                  </a:cubicBezTo>
                  <a:lnTo>
                    <a:pt x="28114" y="783"/>
                  </a:lnTo>
                  <a:cubicBezTo>
                    <a:pt x="28313" y="783"/>
                    <a:pt x="28456" y="627"/>
                    <a:pt x="28456" y="441"/>
                  </a:cubicBezTo>
                  <a:lnTo>
                    <a:pt x="28456" y="342"/>
                  </a:lnTo>
                  <a:cubicBezTo>
                    <a:pt x="28456" y="156"/>
                    <a:pt x="28313" y="0"/>
                    <a:pt x="28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0"/>
            <p:cNvSpPr/>
            <p:nvPr/>
          </p:nvSpPr>
          <p:spPr>
            <a:xfrm>
              <a:off x="8892913" y="932775"/>
              <a:ext cx="51086" cy="1361762"/>
            </a:xfrm>
            <a:custGeom>
              <a:avLst/>
              <a:gdLst/>
              <a:ahLst/>
              <a:cxnLst/>
              <a:rect l="l" t="t" r="r" b="b"/>
              <a:pathLst>
                <a:path w="855" h="22791" extrusionOk="0">
                  <a:moveTo>
                    <a:pt x="371" y="0"/>
                  </a:moveTo>
                  <a:cubicBezTo>
                    <a:pt x="171" y="0"/>
                    <a:pt x="1" y="186"/>
                    <a:pt x="1" y="385"/>
                  </a:cubicBezTo>
                  <a:lnTo>
                    <a:pt x="1" y="22790"/>
                  </a:lnTo>
                  <a:lnTo>
                    <a:pt x="855" y="22790"/>
                  </a:lnTo>
                  <a:lnTo>
                    <a:pt x="855" y="385"/>
                  </a:lnTo>
                  <a:cubicBezTo>
                    <a:pt x="855" y="186"/>
                    <a:pt x="684" y="0"/>
                    <a:pt x="4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0"/>
            <p:cNvSpPr/>
            <p:nvPr/>
          </p:nvSpPr>
          <p:spPr>
            <a:xfrm>
              <a:off x="9045157" y="2086976"/>
              <a:ext cx="252683" cy="207572"/>
            </a:xfrm>
            <a:custGeom>
              <a:avLst/>
              <a:gdLst/>
              <a:ahLst/>
              <a:cxnLst/>
              <a:rect l="l" t="t" r="r" b="b"/>
              <a:pathLst>
                <a:path w="4229" h="3474" extrusionOk="0">
                  <a:moveTo>
                    <a:pt x="0" y="0"/>
                  </a:moveTo>
                  <a:lnTo>
                    <a:pt x="0" y="3473"/>
                  </a:lnTo>
                  <a:lnTo>
                    <a:pt x="4228" y="3473"/>
                  </a:lnTo>
                  <a:lnTo>
                    <a:pt x="422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0"/>
            <p:cNvSpPr/>
            <p:nvPr/>
          </p:nvSpPr>
          <p:spPr>
            <a:xfrm>
              <a:off x="9023886" y="2056324"/>
              <a:ext cx="295165" cy="31488"/>
            </a:xfrm>
            <a:custGeom>
              <a:avLst/>
              <a:gdLst/>
              <a:ahLst/>
              <a:cxnLst/>
              <a:rect l="l" t="t" r="r" b="b"/>
              <a:pathLst>
                <a:path w="4940" h="527" extrusionOk="0">
                  <a:moveTo>
                    <a:pt x="242" y="1"/>
                  </a:moveTo>
                  <a:cubicBezTo>
                    <a:pt x="100" y="1"/>
                    <a:pt x="1" y="115"/>
                    <a:pt x="1" y="242"/>
                  </a:cubicBezTo>
                  <a:lnTo>
                    <a:pt x="1" y="299"/>
                  </a:lnTo>
                  <a:cubicBezTo>
                    <a:pt x="1" y="428"/>
                    <a:pt x="100" y="527"/>
                    <a:pt x="242" y="527"/>
                  </a:cubicBezTo>
                  <a:lnTo>
                    <a:pt x="4712" y="527"/>
                  </a:lnTo>
                  <a:cubicBezTo>
                    <a:pt x="4841" y="527"/>
                    <a:pt x="4940" y="428"/>
                    <a:pt x="4940" y="299"/>
                  </a:cubicBezTo>
                  <a:lnTo>
                    <a:pt x="4940" y="242"/>
                  </a:lnTo>
                  <a:cubicBezTo>
                    <a:pt x="4940" y="115"/>
                    <a:pt x="4841" y="1"/>
                    <a:pt x="47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0"/>
            <p:cNvSpPr/>
            <p:nvPr/>
          </p:nvSpPr>
          <p:spPr>
            <a:xfrm>
              <a:off x="9113153" y="2129459"/>
              <a:ext cx="116632" cy="116572"/>
            </a:xfrm>
            <a:custGeom>
              <a:avLst/>
              <a:gdLst/>
              <a:ahLst/>
              <a:cxnLst/>
              <a:rect l="l" t="t" r="r" b="b"/>
              <a:pathLst>
                <a:path w="1952" h="1951" extrusionOk="0">
                  <a:moveTo>
                    <a:pt x="243" y="1"/>
                  </a:moveTo>
                  <a:cubicBezTo>
                    <a:pt x="158" y="1"/>
                    <a:pt x="86" y="43"/>
                    <a:pt x="44" y="100"/>
                  </a:cubicBezTo>
                  <a:cubicBezTo>
                    <a:pt x="16" y="143"/>
                    <a:pt x="1" y="185"/>
                    <a:pt x="1" y="242"/>
                  </a:cubicBezTo>
                  <a:lnTo>
                    <a:pt x="1" y="1709"/>
                  </a:lnTo>
                  <a:cubicBezTo>
                    <a:pt x="1" y="1766"/>
                    <a:pt x="16" y="1808"/>
                    <a:pt x="44" y="1851"/>
                  </a:cubicBezTo>
                  <a:cubicBezTo>
                    <a:pt x="86" y="1908"/>
                    <a:pt x="158" y="1950"/>
                    <a:pt x="243" y="1950"/>
                  </a:cubicBezTo>
                  <a:lnTo>
                    <a:pt x="1709" y="1950"/>
                  </a:lnTo>
                  <a:cubicBezTo>
                    <a:pt x="1794" y="1950"/>
                    <a:pt x="1866" y="1908"/>
                    <a:pt x="1908" y="1837"/>
                  </a:cubicBezTo>
                  <a:cubicBezTo>
                    <a:pt x="1937" y="1808"/>
                    <a:pt x="1952" y="1751"/>
                    <a:pt x="1952" y="1709"/>
                  </a:cubicBezTo>
                  <a:lnTo>
                    <a:pt x="1952" y="242"/>
                  </a:lnTo>
                  <a:cubicBezTo>
                    <a:pt x="1952" y="185"/>
                    <a:pt x="1937" y="128"/>
                    <a:pt x="1895" y="86"/>
                  </a:cubicBezTo>
                  <a:cubicBezTo>
                    <a:pt x="1851" y="29"/>
                    <a:pt x="1794" y="1"/>
                    <a:pt x="17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0"/>
            <p:cNvSpPr/>
            <p:nvPr/>
          </p:nvSpPr>
          <p:spPr>
            <a:xfrm>
              <a:off x="8529689" y="2086976"/>
              <a:ext cx="253519" cy="207572"/>
            </a:xfrm>
            <a:custGeom>
              <a:avLst/>
              <a:gdLst/>
              <a:ahLst/>
              <a:cxnLst/>
              <a:rect l="l" t="t" r="r" b="b"/>
              <a:pathLst>
                <a:path w="4243" h="3474" extrusionOk="0">
                  <a:moveTo>
                    <a:pt x="1" y="0"/>
                  </a:moveTo>
                  <a:lnTo>
                    <a:pt x="1" y="3473"/>
                  </a:lnTo>
                  <a:lnTo>
                    <a:pt x="4243" y="3473"/>
                  </a:lnTo>
                  <a:lnTo>
                    <a:pt x="42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0"/>
            <p:cNvSpPr/>
            <p:nvPr/>
          </p:nvSpPr>
          <p:spPr>
            <a:xfrm>
              <a:off x="8508478" y="2056324"/>
              <a:ext cx="296061" cy="31488"/>
            </a:xfrm>
            <a:custGeom>
              <a:avLst/>
              <a:gdLst/>
              <a:ahLst/>
              <a:cxnLst/>
              <a:rect l="l" t="t" r="r" b="b"/>
              <a:pathLst>
                <a:path w="4955" h="527" extrusionOk="0">
                  <a:moveTo>
                    <a:pt x="242" y="1"/>
                  </a:moveTo>
                  <a:cubicBezTo>
                    <a:pt x="114" y="1"/>
                    <a:pt x="1" y="115"/>
                    <a:pt x="1" y="242"/>
                  </a:cubicBezTo>
                  <a:lnTo>
                    <a:pt x="1" y="299"/>
                  </a:lnTo>
                  <a:cubicBezTo>
                    <a:pt x="1" y="428"/>
                    <a:pt x="114" y="527"/>
                    <a:pt x="242" y="527"/>
                  </a:cubicBezTo>
                  <a:lnTo>
                    <a:pt x="4712" y="527"/>
                  </a:lnTo>
                  <a:cubicBezTo>
                    <a:pt x="4840" y="527"/>
                    <a:pt x="4954" y="428"/>
                    <a:pt x="4954" y="299"/>
                  </a:cubicBezTo>
                  <a:lnTo>
                    <a:pt x="4954" y="242"/>
                  </a:lnTo>
                  <a:cubicBezTo>
                    <a:pt x="4954" y="115"/>
                    <a:pt x="4840" y="1"/>
                    <a:pt x="47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40"/>
            <p:cNvSpPr/>
            <p:nvPr/>
          </p:nvSpPr>
          <p:spPr>
            <a:xfrm>
              <a:off x="8597745" y="2129459"/>
              <a:ext cx="116632" cy="116572"/>
            </a:xfrm>
            <a:custGeom>
              <a:avLst/>
              <a:gdLst/>
              <a:ahLst/>
              <a:cxnLst/>
              <a:rect l="l" t="t" r="r" b="b"/>
              <a:pathLst>
                <a:path w="1952" h="1951" extrusionOk="0">
                  <a:moveTo>
                    <a:pt x="243" y="1"/>
                  </a:moveTo>
                  <a:cubicBezTo>
                    <a:pt x="171" y="1"/>
                    <a:pt x="101" y="43"/>
                    <a:pt x="58" y="100"/>
                  </a:cubicBezTo>
                  <a:cubicBezTo>
                    <a:pt x="29" y="143"/>
                    <a:pt x="1" y="185"/>
                    <a:pt x="1" y="242"/>
                  </a:cubicBezTo>
                  <a:lnTo>
                    <a:pt x="1" y="1709"/>
                  </a:lnTo>
                  <a:cubicBezTo>
                    <a:pt x="1" y="1766"/>
                    <a:pt x="29" y="1808"/>
                    <a:pt x="58" y="1851"/>
                  </a:cubicBezTo>
                  <a:cubicBezTo>
                    <a:pt x="101" y="1908"/>
                    <a:pt x="171" y="1950"/>
                    <a:pt x="243" y="1950"/>
                  </a:cubicBezTo>
                  <a:lnTo>
                    <a:pt x="1724" y="1950"/>
                  </a:lnTo>
                  <a:cubicBezTo>
                    <a:pt x="1809" y="1950"/>
                    <a:pt x="1880" y="1908"/>
                    <a:pt x="1923" y="1837"/>
                  </a:cubicBezTo>
                  <a:cubicBezTo>
                    <a:pt x="1937" y="1808"/>
                    <a:pt x="1951" y="1751"/>
                    <a:pt x="1951" y="1709"/>
                  </a:cubicBezTo>
                  <a:lnTo>
                    <a:pt x="1951" y="242"/>
                  </a:lnTo>
                  <a:cubicBezTo>
                    <a:pt x="1951" y="185"/>
                    <a:pt x="1937" y="128"/>
                    <a:pt x="1908" y="86"/>
                  </a:cubicBezTo>
                  <a:cubicBezTo>
                    <a:pt x="1866" y="29"/>
                    <a:pt x="1794" y="1"/>
                    <a:pt x="17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0"/>
            <p:cNvSpPr/>
            <p:nvPr/>
          </p:nvSpPr>
          <p:spPr>
            <a:xfrm>
              <a:off x="8050908" y="2341215"/>
              <a:ext cx="1579432" cy="210201"/>
            </a:xfrm>
            <a:custGeom>
              <a:avLst/>
              <a:gdLst/>
              <a:ahLst/>
              <a:cxnLst/>
              <a:rect l="l" t="t" r="r" b="b"/>
              <a:pathLst>
                <a:path w="26434" h="3518" extrusionOk="0">
                  <a:moveTo>
                    <a:pt x="0" y="1"/>
                  </a:moveTo>
                  <a:cubicBezTo>
                    <a:pt x="0" y="1"/>
                    <a:pt x="2050" y="3517"/>
                    <a:pt x="6277" y="3517"/>
                  </a:cubicBezTo>
                  <a:lnTo>
                    <a:pt x="21366" y="3517"/>
                  </a:lnTo>
                  <a:cubicBezTo>
                    <a:pt x="21366" y="3517"/>
                    <a:pt x="25152" y="2791"/>
                    <a:pt x="264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 name="Google Shape;399;p40"/>
          <p:cNvGrpSpPr/>
          <p:nvPr/>
        </p:nvGrpSpPr>
        <p:grpSpPr>
          <a:xfrm flipH="1">
            <a:off x="615643" y="2888733"/>
            <a:ext cx="2629325" cy="982899"/>
            <a:chOff x="4126225" y="-2295850"/>
            <a:chExt cx="3307744" cy="1236507"/>
          </a:xfrm>
        </p:grpSpPr>
        <p:sp>
          <p:nvSpPr>
            <p:cNvPr id="400" name="Google Shape;400;p40"/>
            <p:cNvSpPr/>
            <p:nvPr/>
          </p:nvSpPr>
          <p:spPr>
            <a:xfrm>
              <a:off x="6283589" y="-2295850"/>
              <a:ext cx="268547" cy="372799"/>
            </a:xfrm>
            <a:custGeom>
              <a:avLst/>
              <a:gdLst/>
              <a:ahLst/>
              <a:cxnLst/>
              <a:rect l="l" t="t" r="r" b="b"/>
              <a:pathLst>
                <a:path w="3815" h="5296" extrusionOk="0">
                  <a:moveTo>
                    <a:pt x="0" y="0"/>
                  </a:moveTo>
                  <a:lnTo>
                    <a:pt x="0" y="5295"/>
                  </a:lnTo>
                  <a:lnTo>
                    <a:pt x="3815" y="5295"/>
                  </a:lnTo>
                  <a:lnTo>
                    <a:pt x="38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0"/>
            <p:cNvSpPr/>
            <p:nvPr/>
          </p:nvSpPr>
          <p:spPr>
            <a:xfrm>
              <a:off x="6283589" y="-2238692"/>
              <a:ext cx="268547" cy="42095"/>
            </a:xfrm>
            <a:custGeom>
              <a:avLst/>
              <a:gdLst/>
              <a:ahLst/>
              <a:cxnLst/>
              <a:rect l="l" t="t" r="r" b="b"/>
              <a:pathLst>
                <a:path w="3815" h="598" extrusionOk="0">
                  <a:moveTo>
                    <a:pt x="0" y="0"/>
                  </a:moveTo>
                  <a:lnTo>
                    <a:pt x="0" y="598"/>
                  </a:lnTo>
                  <a:lnTo>
                    <a:pt x="3815" y="598"/>
                  </a:lnTo>
                  <a:lnTo>
                    <a:pt x="38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0"/>
            <p:cNvSpPr/>
            <p:nvPr/>
          </p:nvSpPr>
          <p:spPr>
            <a:xfrm>
              <a:off x="6283589" y="-2180619"/>
              <a:ext cx="268547" cy="21118"/>
            </a:xfrm>
            <a:custGeom>
              <a:avLst/>
              <a:gdLst/>
              <a:ahLst/>
              <a:cxnLst/>
              <a:rect l="l" t="t" r="r" b="b"/>
              <a:pathLst>
                <a:path w="3815" h="300" extrusionOk="0">
                  <a:moveTo>
                    <a:pt x="0" y="1"/>
                  </a:moveTo>
                  <a:lnTo>
                    <a:pt x="0" y="299"/>
                  </a:lnTo>
                  <a:lnTo>
                    <a:pt x="3815" y="299"/>
                  </a:lnTo>
                  <a:lnTo>
                    <a:pt x="38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0"/>
            <p:cNvSpPr/>
            <p:nvPr/>
          </p:nvSpPr>
          <p:spPr>
            <a:xfrm>
              <a:off x="4903771" y="-1920099"/>
              <a:ext cx="2144367" cy="566167"/>
            </a:xfrm>
            <a:custGeom>
              <a:avLst/>
              <a:gdLst/>
              <a:ahLst/>
              <a:cxnLst/>
              <a:rect l="l" t="t" r="r" b="b"/>
              <a:pathLst>
                <a:path w="30463" h="8043" extrusionOk="0">
                  <a:moveTo>
                    <a:pt x="5681" y="1"/>
                  </a:moveTo>
                  <a:lnTo>
                    <a:pt x="0" y="8043"/>
                  </a:lnTo>
                  <a:lnTo>
                    <a:pt x="30463" y="5794"/>
                  </a:lnTo>
                  <a:lnTo>
                    <a:pt x="285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0"/>
            <p:cNvSpPr/>
            <p:nvPr/>
          </p:nvSpPr>
          <p:spPr>
            <a:xfrm>
              <a:off x="5609166" y="-1873007"/>
              <a:ext cx="355834" cy="418906"/>
            </a:xfrm>
            <a:custGeom>
              <a:avLst/>
              <a:gdLst/>
              <a:ahLst/>
              <a:cxnLst/>
              <a:rect l="l" t="t" r="r" b="b"/>
              <a:pathLst>
                <a:path w="5055" h="5951" extrusionOk="0">
                  <a:moveTo>
                    <a:pt x="1" y="0"/>
                  </a:moveTo>
                  <a:lnTo>
                    <a:pt x="1" y="5950"/>
                  </a:lnTo>
                  <a:lnTo>
                    <a:pt x="5054" y="5580"/>
                  </a:lnTo>
                  <a:lnTo>
                    <a:pt x="505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0"/>
            <p:cNvSpPr/>
            <p:nvPr/>
          </p:nvSpPr>
          <p:spPr>
            <a:xfrm>
              <a:off x="5000982" y="-1873007"/>
              <a:ext cx="553215" cy="464027"/>
            </a:xfrm>
            <a:custGeom>
              <a:avLst/>
              <a:gdLst/>
              <a:ahLst/>
              <a:cxnLst/>
              <a:rect l="l" t="t" r="r" b="b"/>
              <a:pathLst>
                <a:path w="7859" h="6592" extrusionOk="0">
                  <a:moveTo>
                    <a:pt x="4655" y="0"/>
                  </a:moveTo>
                  <a:lnTo>
                    <a:pt x="1" y="6591"/>
                  </a:lnTo>
                  <a:lnTo>
                    <a:pt x="1" y="6591"/>
                  </a:lnTo>
                  <a:lnTo>
                    <a:pt x="7858" y="6007"/>
                  </a:lnTo>
                  <a:lnTo>
                    <a:pt x="7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0"/>
            <p:cNvSpPr/>
            <p:nvPr/>
          </p:nvSpPr>
          <p:spPr>
            <a:xfrm>
              <a:off x="4147272" y="-1648599"/>
              <a:ext cx="3265578" cy="589256"/>
            </a:xfrm>
            <a:custGeom>
              <a:avLst/>
              <a:gdLst/>
              <a:ahLst/>
              <a:cxnLst/>
              <a:rect l="l" t="t" r="r" b="b"/>
              <a:pathLst>
                <a:path w="46391" h="8371" extrusionOk="0">
                  <a:moveTo>
                    <a:pt x="1" y="1"/>
                  </a:moveTo>
                  <a:lnTo>
                    <a:pt x="3816" y="8371"/>
                  </a:lnTo>
                  <a:lnTo>
                    <a:pt x="40441" y="8371"/>
                  </a:lnTo>
                  <a:cubicBezTo>
                    <a:pt x="42662" y="8371"/>
                    <a:pt x="44584" y="6877"/>
                    <a:pt x="45138" y="4742"/>
                  </a:cubicBezTo>
                  <a:lnTo>
                    <a:pt x="46391" y="1"/>
                  </a:lnTo>
                  <a:lnTo>
                    <a:pt x="46391" y="1"/>
                  </a:lnTo>
                  <a:cubicBezTo>
                    <a:pt x="42050" y="1320"/>
                    <a:pt x="35448" y="1760"/>
                    <a:pt x="28575" y="1760"/>
                  </a:cubicBezTo>
                  <a:cubicBezTo>
                    <a:pt x="14830" y="1760"/>
                    <a:pt x="1" y="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0"/>
            <p:cNvSpPr/>
            <p:nvPr/>
          </p:nvSpPr>
          <p:spPr>
            <a:xfrm>
              <a:off x="4126225" y="-1669012"/>
              <a:ext cx="3307744" cy="225960"/>
            </a:xfrm>
            <a:custGeom>
              <a:avLst/>
              <a:gdLst/>
              <a:ahLst/>
              <a:cxnLst/>
              <a:rect l="l" t="t" r="r" b="b"/>
              <a:pathLst>
                <a:path w="46990" h="3210" extrusionOk="0">
                  <a:moveTo>
                    <a:pt x="46704" y="0"/>
                  </a:moveTo>
                  <a:cubicBezTo>
                    <a:pt x="46671" y="0"/>
                    <a:pt x="46637" y="7"/>
                    <a:pt x="46605" y="21"/>
                  </a:cubicBezTo>
                  <a:cubicBezTo>
                    <a:pt x="42317" y="1320"/>
                    <a:pt x="35761" y="1754"/>
                    <a:pt x="28922" y="1754"/>
                  </a:cubicBezTo>
                  <a:cubicBezTo>
                    <a:pt x="15304" y="1754"/>
                    <a:pt x="560" y="35"/>
                    <a:pt x="342" y="6"/>
                  </a:cubicBezTo>
                  <a:cubicBezTo>
                    <a:pt x="330" y="4"/>
                    <a:pt x="317" y="4"/>
                    <a:pt x="304" y="4"/>
                  </a:cubicBezTo>
                  <a:cubicBezTo>
                    <a:pt x="215" y="4"/>
                    <a:pt x="122" y="45"/>
                    <a:pt x="72" y="120"/>
                  </a:cubicBezTo>
                  <a:cubicBezTo>
                    <a:pt x="15" y="205"/>
                    <a:pt x="0" y="319"/>
                    <a:pt x="44" y="419"/>
                  </a:cubicBezTo>
                  <a:lnTo>
                    <a:pt x="456" y="1330"/>
                  </a:lnTo>
                  <a:cubicBezTo>
                    <a:pt x="499" y="1430"/>
                    <a:pt x="584" y="1486"/>
                    <a:pt x="698" y="1501"/>
                  </a:cubicBezTo>
                  <a:cubicBezTo>
                    <a:pt x="2890" y="1758"/>
                    <a:pt x="16328" y="3209"/>
                    <a:pt x="28883" y="3209"/>
                  </a:cubicBezTo>
                  <a:cubicBezTo>
                    <a:pt x="35644" y="3209"/>
                    <a:pt x="42163" y="2782"/>
                    <a:pt x="46519" y="1515"/>
                  </a:cubicBezTo>
                  <a:cubicBezTo>
                    <a:pt x="46619" y="1486"/>
                    <a:pt x="46690" y="1416"/>
                    <a:pt x="46718" y="1316"/>
                  </a:cubicBezTo>
                  <a:lnTo>
                    <a:pt x="46975" y="363"/>
                  </a:lnTo>
                  <a:cubicBezTo>
                    <a:pt x="46989" y="262"/>
                    <a:pt x="46961" y="163"/>
                    <a:pt x="46889" y="78"/>
                  </a:cubicBezTo>
                  <a:cubicBezTo>
                    <a:pt x="46841" y="29"/>
                    <a:pt x="46774" y="0"/>
                    <a:pt x="467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0"/>
            <p:cNvSpPr/>
            <p:nvPr/>
          </p:nvSpPr>
          <p:spPr>
            <a:xfrm>
              <a:off x="5231445" y="-1982185"/>
              <a:ext cx="1728488" cy="118259"/>
            </a:xfrm>
            <a:custGeom>
              <a:avLst/>
              <a:gdLst/>
              <a:ahLst/>
              <a:cxnLst/>
              <a:rect l="l" t="t" r="r" b="b"/>
              <a:pathLst>
                <a:path w="24555" h="1680" extrusionOk="0">
                  <a:moveTo>
                    <a:pt x="1" y="0"/>
                  </a:moveTo>
                  <a:lnTo>
                    <a:pt x="1" y="1680"/>
                  </a:lnTo>
                  <a:lnTo>
                    <a:pt x="24555" y="1680"/>
                  </a:lnTo>
                  <a:lnTo>
                    <a:pt x="245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0"/>
            <p:cNvSpPr/>
            <p:nvPr/>
          </p:nvSpPr>
          <p:spPr>
            <a:xfrm>
              <a:off x="6490963" y="-1850975"/>
              <a:ext cx="237575" cy="237575"/>
            </a:xfrm>
            <a:custGeom>
              <a:avLst/>
              <a:gdLst/>
              <a:ahLst/>
              <a:cxnLst/>
              <a:rect l="l" t="t" r="r" b="b"/>
              <a:pathLst>
                <a:path w="3375" h="3375" extrusionOk="0">
                  <a:moveTo>
                    <a:pt x="1680" y="627"/>
                  </a:moveTo>
                  <a:cubicBezTo>
                    <a:pt x="2264" y="627"/>
                    <a:pt x="2733" y="1111"/>
                    <a:pt x="2733" y="1695"/>
                  </a:cubicBezTo>
                  <a:cubicBezTo>
                    <a:pt x="2733" y="2264"/>
                    <a:pt x="2264" y="2748"/>
                    <a:pt x="1680" y="2748"/>
                  </a:cubicBezTo>
                  <a:cubicBezTo>
                    <a:pt x="1097" y="2748"/>
                    <a:pt x="626" y="2264"/>
                    <a:pt x="626" y="1695"/>
                  </a:cubicBezTo>
                  <a:cubicBezTo>
                    <a:pt x="626" y="1111"/>
                    <a:pt x="1097" y="627"/>
                    <a:pt x="1680" y="627"/>
                  </a:cubicBezTo>
                  <a:close/>
                  <a:moveTo>
                    <a:pt x="1680" y="0"/>
                  </a:moveTo>
                  <a:cubicBezTo>
                    <a:pt x="755" y="0"/>
                    <a:pt x="0" y="755"/>
                    <a:pt x="0" y="1695"/>
                  </a:cubicBezTo>
                  <a:cubicBezTo>
                    <a:pt x="0" y="2620"/>
                    <a:pt x="755" y="3375"/>
                    <a:pt x="1680" y="3375"/>
                  </a:cubicBezTo>
                  <a:cubicBezTo>
                    <a:pt x="2619" y="3375"/>
                    <a:pt x="3374" y="2620"/>
                    <a:pt x="3374" y="1695"/>
                  </a:cubicBezTo>
                  <a:cubicBezTo>
                    <a:pt x="3374" y="755"/>
                    <a:pt x="2619" y="0"/>
                    <a:pt x="16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0"/>
            <p:cNvSpPr/>
            <p:nvPr/>
          </p:nvSpPr>
          <p:spPr>
            <a:xfrm>
              <a:off x="6614218" y="-1850975"/>
              <a:ext cx="114317" cy="119315"/>
            </a:xfrm>
            <a:custGeom>
              <a:avLst/>
              <a:gdLst/>
              <a:ahLst/>
              <a:cxnLst/>
              <a:rect l="l" t="t" r="r" b="b"/>
              <a:pathLst>
                <a:path w="1624" h="1695" extrusionOk="0">
                  <a:moveTo>
                    <a:pt x="1" y="0"/>
                  </a:moveTo>
                  <a:lnTo>
                    <a:pt x="1" y="641"/>
                  </a:lnTo>
                  <a:cubicBezTo>
                    <a:pt x="555" y="670"/>
                    <a:pt x="982" y="1125"/>
                    <a:pt x="982" y="1695"/>
                  </a:cubicBezTo>
                  <a:lnTo>
                    <a:pt x="1623" y="1695"/>
                  </a:lnTo>
                  <a:cubicBezTo>
                    <a:pt x="1623" y="784"/>
                    <a:pt x="897" y="44"/>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0"/>
            <p:cNvSpPr/>
            <p:nvPr/>
          </p:nvSpPr>
          <p:spPr>
            <a:xfrm>
              <a:off x="6490963" y="-1731731"/>
              <a:ext cx="123328" cy="118330"/>
            </a:xfrm>
            <a:custGeom>
              <a:avLst/>
              <a:gdLst/>
              <a:ahLst/>
              <a:cxnLst/>
              <a:rect l="l" t="t" r="r" b="b"/>
              <a:pathLst>
                <a:path w="1752" h="1681" extrusionOk="0">
                  <a:moveTo>
                    <a:pt x="0" y="1"/>
                  </a:moveTo>
                  <a:cubicBezTo>
                    <a:pt x="0" y="926"/>
                    <a:pt x="755" y="1681"/>
                    <a:pt x="1680" y="1681"/>
                  </a:cubicBezTo>
                  <a:lnTo>
                    <a:pt x="1752" y="1681"/>
                  </a:lnTo>
                  <a:lnTo>
                    <a:pt x="1752" y="1039"/>
                  </a:lnTo>
                  <a:cubicBezTo>
                    <a:pt x="1723" y="1039"/>
                    <a:pt x="1708" y="1054"/>
                    <a:pt x="1680" y="1054"/>
                  </a:cubicBezTo>
                  <a:cubicBezTo>
                    <a:pt x="1097" y="1054"/>
                    <a:pt x="626" y="570"/>
                    <a:pt x="6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0"/>
            <p:cNvSpPr/>
            <p:nvPr/>
          </p:nvSpPr>
          <p:spPr>
            <a:xfrm>
              <a:off x="4815571" y="-1312901"/>
              <a:ext cx="75250" cy="75250"/>
            </a:xfrm>
            <a:custGeom>
              <a:avLst/>
              <a:gdLst/>
              <a:ahLst/>
              <a:cxnLst/>
              <a:rect l="l" t="t" r="r" b="b"/>
              <a:pathLst>
                <a:path w="1069" h="1069" extrusionOk="0">
                  <a:moveTo>
                    <a:pt x="542" y="1"/>
                  </a:moveTo>
                  <a:cubicBezTo>
                    <a:pt x="243" y="1"/>
                    <a:pt x="1" y="242"/>
                    <a:pt x="1" y="527"/>
                  </a:cubicBezTo>
                  <a:cubicBezTo>
                    <a:pt x="1" y="827"/>
                    <a:pt x="243" y="1068"/>
                    <a:pt x="542" y="1068"/>
                  </a:cubicBezTo>
                  <a:cubicBezTo>
                    <a:pt x="841" y="1068"/>
                    <a:pt x="1069" y="827"/>
                    <a:pt x="1069" y="527"/>
                  </a:cubicBezTo>
                  <a:cubicBezTo>
                    <a:pt x="1069" y="242"/>
                    <a:pt x="841" y="1"/>
                    <a:pt x="5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0"/>
            <p:cNvSpPr/>
            <p:nvPr/>
          </p:nvSpPr>
          <p:spPr>
            <a:xfrm>
              <a:off x="5051101" y="-1312901"/>
              <a:ext cx="75179" cy="75250"/>
            </a:xfrm>
            <a:custGeom>
              <a:avLst/>
              <a:gdLst/>
              <a:ahLst/>
              <a:cxnLst/>
              <a:rect l="l" t="t" r="r" b="b"/>
              <a:pathLst>
                <a:path w="1068" h="1069" extrusionOk="0">
                  <a:moveTo>
                    <a:pt x="541" y="1"/>
                  </a:moveTo>
                  <a:cubicBezTo>
                    <a:pt x="242" y="1"/>
                    <a:pt x="0" y="242"/>
                    <a:pt x="0" y="527"/>
                  </a:cubicBezTo>
                  <a:cubicBezTo>
                    <a:pt x="0" y="827"/>
                    <a:pt x="242" y="1068"/>
                    <a:pt x="541" y="1068"/>
                  </a:cubicBezTo>
                  <a:cubicBezTo>
                    <a:pt x="840" y="1068"/>
                    <a:pt x="1067" y="827"/>
                    <a:pt x="1067" y="527"/>
                  </a:cubicBezTo>
                  <a:cubicBezTo>
                    <a:pt x="1067" y="242"/>
                    <a:pt x="840" y="1"/>
                    <a:pt x="5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0"/>
            <p:cNvSpPr/>
            <p:nvPr/>
          </p:nvSpPr>
          <p:spPr>
            <a:xfrm>
              <a:off x="5286561" y="-1312901"/>
              <a:ext cx="75250" cy="75250"/>
            </a:xfrm>
            <a:custGeom>
              <a:avLst/>
              <a:gdLst/>
              <a:ahLst/>
              <a:cxnLst/>
              <a:rect l="l" t="t" r="r" b="b"/>
              <a:pathLst>
                <a:path w="1069" h="1069" extrusionOk="0">
                  <a:moveTo>
                    <a:pt x="541" y="1"/>
                  </a:moveTo>
                  <a:cubicBezTo>
                    <a:pt x="243" y="1"/>
                    <a:pt x="0" y="242"/>
                    <a:pt x="0" y="527"/>
                  </a:cubicBezTo>
                  <a:cubicBezTo>
                    <a:pt x="0" y="827"/>
                    <a:pt x="243" y="1068"/>
                    <a:pt x="541" y="1068"/>
                  </a:cubicBezTo>
                  <a:cubicBezTo>
                    <a:pt x="840" y="1068"/>
                    <a:pt x="1068" y="827"/>
                    <a:pt x="1068" y="527"/>
                  </a:cubicBezTo>
                  <a:cubicBezTo>
                    <a:pt x="1068" y="242"/>
                    <a:pt x="840" y="1"/>
                    <a:pt x="5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0"/>
            <p:cNvSpPr/>
            <p:nvPr/>
          </p:nvSpPr>
          <p:spPr>
            <a:xfrm>
              <a:off x="5522021" y="-1312901"/>
              <a:ext cx="75179" cy="75250"/>
            </a:xfrm>
            <a:custGeom>
              <a:avLst/>
              <a:gdLst/>
              <a:ahLst/>
              <a:cxnLst/>
              <a:rect l="l" t="t" r="r" b="b"/>
              <a:pathLst>
                <a:path w="1068" h="1069" extrusionOk="0">
                  <a:moveTo>
                    <a:pt x="542" y="1"/>
                  </a:moveTo>
                  <a:cubicBezTo>
                    <a:pt x="242" y="1"/>
                    <a:pt x="1" y="242"/>
                    <a:pt x="1" y="527"/>
                  </a:cubicBezTo>
                  <a:cubicBezTo>
                    <a:pt x="1" y="827"/>
                    <a:pt x="242" y="1068"/>
                    <a:pt x="542" y="1068"/>
                  </a:cubicBezTo>
                  <a:cubicBezTo>
                    <a:pt x="840" y="1068"/>
                    <a:pt x="1068" y="827"/>
                    <a:pt x="1068" y="527"/>
                  </a:cubicBezTo>
                  <a:cubicBezTo>
                    <a:pt x="1068" y="242"/>
                    <a:pt x="840" y="1"/>
                    <a:pt x="5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43"/>
          <p:cNvSpPr txBox="1">
            <a:spLocks noGrp="1"/>
          </p:cNvSpPr>
          <p:nvPr>
            <p:ph type="title"/>
          </p:nvPr>
        </p:nvSpPr>
        <p:spPr>
          <a:xfrm>
            <a:off x="1696214" y="787280"/>
            <a:ext cx="5657400" cy="1640700"/>
          </a:xfrm>
          <a:prstGeom prst="rect">
            <a:avLst/>
          </a:prstGeom>
        </p:spPr>
        <p:txBody>
          <a:bodyPr spcFirstLastPara="1" wrap="square" lIns="91425" tIns="0" rIns="91425" bIns="91425" anchor="t" anchorCtr="0">
            <a:noAutofit/>
          </a:bodyPr>
          <a:lstStyle/>
          <a:p>
            <a:r>
              <a:rPr lang="en-US" sz="4800" dirty="0"/>
              <a:t>Game Objective</a:t>
            </a:r>
            <a:br>
              <a:rPr lang="en-US" sz="4000" dirty="0"/>
            </a:br>
            <a:br>
              <a:rPr lang="en-US" sz="1100" dirty="0"/>
            </a:br>
            <a:br>
              <a:rPr lang="en-US" sz="1100" dirty="0"/>
            </a:br>
            <a:endParaRPr sz="1100" dirty="0"/>
          </a:p>
        </p:txBody>
      </p:sp>
      <p:sp>
        <p:nvSpPr>
          <p:cNvPr id="444" name="Google Shape;444;p43"/>
          <p:cNvSpPr txBox="1">
            <a:spLocks noGrp="1"/>
          </p:cNvSpPr>
          <p:nvPr>
            <p:ph type="subTitle" idx="1"/>
          </p:nvPr>
        </p:nvSpPr>
        <p:spPr>
          <a:xfrm>
            <a:off x="2135550" y="1995091"/>
            <a:ext cx="4872900" cy="5133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 dirty="0"/>
              <a:t>Sink all the enemy ships to win.</a:t>
            </a:r>
          </a:p>
        </p:txBody>
      </p:sp>
      <p:grpSp>
        <p:nvGrpSpPr>
          <p:cNvPr id="445" name="Google Shape;445;p43"/>
          <p:cNvGrpSpPr/>
          <p:nvPr/>
        </p:nvGrpSpPr>
        <p:grpSpPr>
          <a:xfrm>
            <a:off x="2522220" y="3055620"/>
            <a:ext cx="3593873" cy="1498576"/>
            <a:chOff x="-804725" y="2701999"/>
            <a:chExt cx="2200178" cy="756600"/>
          </a:xfrm>
        </p:grpSpPr>
        <p:sp>
          <p:nvSpPr>
            <p:cNvPr id="446" name="Google Shape;446;p43"/>
            <p:cNvSpPr/>
            <p:nvPr/>
          </p:nvSpPr>
          <p:spPr>
            <a:xfrm>
              <a:off x="-804725" y="3395381"/>
              <a:ext cx="1914434" cy="63218"/>
            </a:xfrm>
            <a:custGeom>
              <a:avLst/>
              <a:gdLst/>
              <a:ahLst/>
              <a:cxnLst/>
              <a:rect l="l" t="t" r="r" b="b"/>
              <a:pathLst>
                <a:path w="21168" h="699" extrusionOk="0">
                  <a:moveTo>
                    <a:pt x="14" y="1"/>
                  </a:moveTo>
                  <a:cubicBezTo>
                    <a:pt x="1" y="1"/>
                    <a:pt x="1" y="16"/>
                    <a:pt x="1" y="29"/>
                  </a:cubicBezTo>
                  <a:lnTo>
                    <a:pt x="1" y="670"/>
                  </a:lnTo>
                  <a:cubicBezTo>
                    <a:pt x="1" y="684"/>
                    <a:pt x="1" y="699"/>
                    <a:pt x="14" y="699"/>
                  </a:cubicBezTo>
                  <a:lnTo>
                    <a:pt x="21110" y="699"/>
                  </a:lnTo>
                  <a:cubicBezTo>
                    <a:pt x="21139" y="699"/>
                    <a:pt x="21167" y="670"/>
                    <a:pt x="21167" y="642"/>
                  </a:cubicBezTo>
                  <a:lnTo>
                    <a:pt x="211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3"/>
            <p:cNvSpPr/>
            <p:nvPr/>
          </p:nvSpPr>
          <p:spPr>
            <a:xfrm>
              <a:off x="-248533" y="2796868"/>
              <a:ext cx="878082" cy="368272"/>
            </a:xfrm>
            <a:custGeom>
              <a:avLst/>
              <a:gdLst/>
              <a:ahLst/>
              <a:cxnLst/>
              <a:rect l="l" t="t" r="r" b="b"/>
              <a:pathLst>
                <a:path w="9709" h="4072" extrusionOk="0">
                  <a:moveTo>
                    <a:pt x="0" y="0"/>
                  </a:moveTo>
                  <a:lnTo>
                    <a:pt x="0" y="4071"/>
                  </a:lnTo>
                  <a:lnTo>
                    <a:pt x="9708" y="4071"/>
                  </a:lnTo>
                  <a:lnTo>
                    <a:pt x="97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3"/>
            <p:cNvSpPr/>
            <p:nvPr/>
          </p:nvSpPr>
          <p:spPr>
            <a:xfrm>
              <a:off x="-315457" y="2706702"/>
              <a:ext cx="1011933" cy="90259"/>
            </a:xfrm>
            <a:custGeom>
              <a:avLst/>
              <a:gdLst/>
              <a:ahLst/>
              <a:cxnLst/>
              <a:rect l="l" t="t" r="r" b="b"/>
              <a:pathLst>
                <a:path w="11189" h="998" extrusionOk="0">
                  <a:moveTo>
                    <a:pt x="484" y="1"/>
                  </a:moveTo>
                  <a:cubicBezTo>
                    <a:pt x="213" y="1"/>
                    <a:pt x="0" y="214"/>
                    <a:pt x="0" y="485"/>
                  </a:cubicBezTo>
                  <a:lnTo>
                    <a:pt x="0" y="513"/>
                  </a:lnTo>
                  <a:cubicBezTo>
                    <a:pt x="0" y="783"/>
                    <a:pt x="213" y="997"/>
                    <a:pt x="484" y="997"/>
                  </a:cubicBezTo>
                  <a:lnTo>
                    <a:pt x="10704" y="997"/>
                  </a:lnTo>
                  <a:cubicBezTo>
                    <a:pt x="10961" y="997"/>
                    <a:pt x="11188" y="783"/>
                    <a:pt x="11188" y="513"/>
                  </a:cubicBezTo>
                  <a:lnTo>
                    <a:pt x="11188" y="485"/>
                  </a:lnTo>
                  <a:cubicBezTo>
                    <a:pt x="11188" y="214"/>
                    <a:pt x="10961" y="1"/>
                    <a:pt x="10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3"/>
            <p:cNvSpPr/>
            <p:nvPr/>
          </p:nvSpPr>
          <p:spPr>
            <a:xfrm>
              <a:off x="975631" y="2701999"/>
              <a:ext cx="419822" cy="403905"/>
            </a:xfrm>
            <a:custGeom>
              <a:avLst/>
              <a:gdLst/>
              <a:ahLst/>
              <a:cxnLst/>
              <a:rect l="l" t="t" r="r" b="b"/>
              <a:pathLst>
                <a:path w="4642" h="4466" extrusionOk="0">
                  <a:moveTo>
                    <a:pt x="4416" y="1"/>
                  </a:moveTo>
                  <a:cubicBezTo>
                    <a:pt x="4367" y="1"/>
                    <a:pt x="4320" y="18"/>
                    <a:pt x="4286" y="53"/>
                  </a:cubicBezTo>
                  <a:lnTo>
                    <a:pt x="86" y="4124"/>
                  </a:lnTo>
                  <a:cubicBezTo>
                    <a:pt x="1" y="4195"/>
                    <a:pt x="1" y="4323"/>
                    <a:pt x="73" y="4409"/>
                  </a:cubicBezTo>
                  <a:cubicBezTo>
                    <a:pt x="115" y="4451"/>
                    <a:pt x="172" y="4466"/>
                    <a:pt x="229" y="4466"/>
                  </a:cubicBezTo>
                  <a:cubicBezTo>
                    <a:pt x="272" y="4466"/>
                    <a:pt x="329" y="4451"/>
                    <a:pt x="357" y="4409"/>
                  </a:cubicBezTo>
                  <a:lnTo>
                    <a:pt x="4556" y="351"/>
                  </a:lnTo>
                  <a:cubicBezTo>
                    <a:pt x="4641" y="266"/>
                    <a:pt x="4641" y="138"/>
                    <a:pt x="4571" y="66"/>
                  </a:cubicBezTo>
                  <a:cubicBezTo>
                    <a:pt x="4526" y="22"/>
                    <a:pt x="4470" y="1"/>
                    <a:pt x="44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3"/>
            <p:cNvSpPr/>
            <p:nvPr/>
          </p:nvSpPr>
          <p:spPr>
            <a:xfrm>
              <a:off x="1365779" y="2711856"/>
              <a:ext cx="19354" cy="696569"/>
            </a:xfrm>
            <a:custGeom>
              <a:avLst/>
              <a:gdLst/>
              <a:ahLst/>
              <a:cxnLst/>
              <a:rect l="l" t="t" r="r" b="b"/>
              <a:pathLst>
                <a:path w="214" h="7702" extrusionOk="0">
                  <a:moveTo>
                    <a:pt x="100" y="1"/>
                  </a:moveTo>
                  <a:cubicBezTo>
                    <a:pt x="43" y="1"/>
                    <a:pt x="0" y="43"/>
                    <a:pt x="0" y="100"/>
                  </a:cubicBezTo>
                  <a:lnTo>
                    <a:pt x="0" y="7602"/>
                  </a:lnTo>
                  <a:cubicBezTo>
                    <a:pt x="0" y="7659"/>
                    <a:pt x="43" y="7701"/>
                    <a:pt x="100" y="7701"/>
                  </a:cubicBezTo>
                  <a:cubicBezTo>
                    <a:pt x="157" y="7701"/>
                    <a:pt x="213" y="7659"/>
                    <a:pt x="213" y="7602"/>
                  </a:cubicBezTo>
                  <a:lnTo>
                    <a:pt x="213" y="100"/>
                  </a:lnTo>
                  <a:cubicBezTo>
                    <a:pt x="213" y="43"/>
                    <a:pt x="157" y="1"/>
                    <a:pt x="1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3"/>
            <p:cNvSpPr/>
            <p:nvPr/>
          </p:nvSpPr>
          <p:spPr>
            <a:xfrm>
              <a:off x="-741690" y="2986062"/>
              <a:ext cx="1986605" cy="409422"/>
            </a:xfrm>
            <a:custGeom>
              <a:avLst/>
              <a:gdLst/>
              <a:ahLst/>
              <a:cxnLst/>
              <a:rect l="l" t="t" r="r" b="b"/>
              <a:pathLst>
                <a:path w="21966" h="4527" extrusionOk="0">
                  <a:moveTo>
                    <a:pt x="21965" y="0"/>
                  </a:moveTo>
                  <a:lnTo>
                    <a:pt x="15133" y="1979"/>
                  </a:lnTo>
                  <a:lnTo>
                    <a:pt x="1980" y="1979"/>
                  </a:lnTo>
                  <a:cubicBezTo>
                    <a:pt x="883" y="1979"/>
                    <a:pt x="1" y="2876"/>
                    <a:pt x="1" y="3972"/>
                  </a:cubicBezTo>
                  <a:lnTo>
                    <a:pt x="20470" y="4527"/>
                  </a:lnTo>
                  <a:lnTo>
                    <a:pt x="219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3"/>
            <p:cNvSpPr/>
            <p:nvPr/>
          </p:nvSpPr>
          <p:spPr>
            <a:xfrm>
              <a:off x="-759687" y="3037521"/>
              <a:ext cx="1987781" cy="357962"/>
            </a:xfrm>
            <a:custGeom>
              <a:avLst/>
              <a:gdLst/>
              <a:ahLst/>
              <a:cxnLst/>
              <a:rect l="l" t="t" r="r" b="b"/>
              <a:pathLst>
                <a:path w="21979" h="3958" extrusionOk="0">
                  <a:moveTo>
                    <a:pt x="21979" y="1"/>
                  </a:moveTo>
                  <a:lnTo>
                    <a:pt x="15133" y="1980"/>
                  </a:lnTo>
                  <a:lnTo>
                    <a:pt x="0" y="1980"/>
                  </a:lnTo>
                  <a:lnTo>
                    <a:pt x="0" y="3958"/>
                  </a:lnTo>
                  <a:lnTo>
                    <a:pt x="20669" y="3958"/>
                  </a:lnTo>
                  <a:lnTo>
                    <a:pt x="219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43"/>
            <p:cNvSpPr/>
            <p:nvPr/>
          </p:nvSpPr>
          <p:spPr>
            <a:xfrm>
              <a:off x="-572933" y="3025945"/>
              <a:ext cx="206022" cy="139187"/>
            </a:xfrm>
            <a:custGeom>
              <a:avLst/>
              <a:gdLst/>
              <a:ahLst/>
              <a:cxnLst/>
              <a:rect l="l" t="t" r="r" b="b"/>
              <a:pathLst>
                <a:path w="2278" h="1539" extrusionOk="0">
                  <a:moveTo>
                    <a:pt x="0" y="1"/>
                  </a:moveTo>
                  <a:lnTo>
                    <a:pt x="0" y="499"/>
                  </a:lnTo>
                  <a:lnTo>
                    <a:pt x="270" y="499"/>
                  </a:lnTo>
                  <a:lnTo>
                    <a:pt x="270" y="1538"/>
                  </a:lnTo>
                  <a:lnTo>
                    <a:pt x="2007" y="1538"/>
                  </a:lnTo>
                  <a:lnTo>
                    <a:pt x="2007" y="499"/>
                  </a:lnTo>
                  <a:lnTo>
                    <a:pt x="2278" y="499"/>
                  </a:lnTo>
                  <a:lnTo>
                    <a:pt x="22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3"/>
            <p:cNvSpPr/>
            <p:nvPr/>
          </p:nvSpPr>
          <p:spPr>
            <a:xfrm>
              <a:off x="276638" y="2849592"/>
              <a:ext cx="296191" cy="245997"/>
            </a:xfrm>
            <a:custGeom>
              <a:avLst/>
              <a:gdLst/>
              <a:ahLst/>
              <a:cxnLst/>
              <a:rect l="l" t="t" r="r" b="b"/>
              <a:pathLst>
                <a:path w="3275" h="2720" extrusionOk="0">
                  <a:moveTo>
                    <a:pt x="72" y="0"/>
                  </a:moveTo>
                  <a:cubicBezTo>
                    <a:pt x="29" y="0"/>
                    <a:pt x="1" y="29"/>
                    <a:pt x="1" y="72"/>
                  </a:cubicBezTo>
                  <a:lnTo>
                    <a:pt x="1" y="2663"/>
                  </a:lnTo>
                  <a:cubicBezTo>
                    <a:pt x="1" y="2691"/>
                    <a:pt x="29" y="2720"/>
                    <a:pt x="72" y="2720"/>
                  </a:cubicBezTo>
                  <a:lnTo>
                    <a:pt x="3218" y="2720"/>
                  </a:lnTo>
                  <a:cubicBezTo>
                    <a:pt x="3246" y="2720"/>
                    <a:pt x="3275" y="2691"/>
                    <a:pt x="3275" y="2663"/>
                  </a:cubicBezTo>
                  <a:lnTo>
                    <a:pt x="3275" y="72"/>
                  </a:lnTo>
                  <a:cubicBezTo>
                    <a:pt x="3275" y="29"/>
                    <a:pt x="3246" y="0"/>
                    <a:pt x="3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43"/>
            <p:cNvSpPr/>
            <p:nvPr/>
          </p:nvSpPr>
          <p:spPr>
            <a:xfrm>
              <a:off x="-136572" y="2849592"/>
              <a:ext cx="263994" cy="315545"/>
            </a:xfrm>
            <a:custGeom>
              <a:avLst/>
              <a:gdLst/>
              <a:ahLst/>
              <a:cxnLst/>
              <a:rect l="l" t="t" r="r" b="b"/>
              <a:pathLst>
                <a:path w="2919" h="3489" extrusionOk="0">
                  <a:moveTo>
                    <a:pt x="0" y="0"/>
                  </a:moveTo>
                  <a:lnTo>
                    <a:pt x="0" y="3488"/>
                  </a:lnTo>
                  <a:lnTo>
                    <a:pt x="2919" y="3488"/>
                  </a:lnTo>
                  <a:lnTo>
                    <a:pt x="29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4"/>
          <p:cNvSpPr txBox="1">
            <a:spLocks noGrp="1"/>
          </p:cNvSpPr>
          <p:nvPr>
            <p:ph type="title"/>
          </p:nvPr>
        </p:nvSpPr>
        <p:spPr>
          <a:xfrm>
            <a:off x="879746" y="296407"/>
            <a:ext cx="3575384" cy="877257"/>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IN" dirty="0"/>
              <a:t>Overview</a:t>
            </a:r>
            <a:endParaRPr dirty="0"/>
          </a:p>
        </p:txBody>
      </p:sp>
      <p:sp>
        <p:nvSpPr>
          <p:cNvPr id="462" name="Google Shape;462;p44"/>
          <p:cNvSpPr txBox="1">
            <a:spLocks noGrp="1"/>
          </p:cNvSpPr>
          <p:nvPr>
            <p:ph type="subTitle" idx="1"/>
          </p:nvPr>
        </p:nvSpPr>
        <p:spPr>
          <a:xfrm>
            <a:off x="-417199" y="1306082"/>
            <a:ext cx="6169275" cy="2531335"/>
          </a:xfrm>
          <a:prstGeom prst="rect">
            <a:avLst/>
          </a:prstGeom>
        </p:spPr>
        <p:txBody>
          <a:bodyPr spcFirstLastPara="1" wrap="square" lIns="91425" tIns="91425" rIns="91425" bIns="91425" anchor="t" anchorCtr="0">
            <a:noAutofit/>
          </a:bodyPr>
          <a:lstStyle/>
          <a:p>
            <a:pPr algn="ctr"/>
            <a:r>
              <a:rPr lang="en-US" sz="1400" dirty="0"/>
              <a:t>      </a:t>
            </a:r>
            <a:r>
              <a:rPr lang="en-US" sz="1300" dirty="0"/>
              <a:t>The </a:t>
            </a:r>
            <a:r>
              <a:rPr lang="en-US" sz="1300" b="1" dirty="0"/>
              <a:t>Battleship Game</a:t>
            </a:r>
            <a:r>
              <a:rPr lang="en-US" sz="1300" dirty="0"/>
              <a:t> is a console-based strategy game built entirely in the </a:t>
            </a:r>
            <a:r>
              <a:rPr lang="en-US" sz="1300" b="1" dirty="0"/>
              <a:t>C programming language</a:t>
            </a:r>
            <a:r>
              <a:rPr lang="en-US" sz="1300" dirty="0"/>
              <a:t>, designed to simulate the classic naval combat experience. The project focuses on logic building, array manipulation, and modular programming concepts — making it both entertaining and educational.</a:t>
            </a:r>
          </a:p>
          <a:p>
            <a:pPr algn="ctr"/>
            <a:endParaRPr lang="en-US" sz="1300" dirty="0"/>
          </a:p>
          <a:p>
            <a:pPr algn="ctr"/>
            <a:endParaRPr lang="en-US" sz="1300" dirty="0"/>
          </a:p>
          <a:p>
            <a:pPr algn="ctr"/>
            <a:r>
              <a:rPr lang="en-US" sz="1300" dirty="0"/>
              <a:t>      The game takes place on a </a:t>
            </a:r>
            <a:r>
              <a:rPr lang="en-US" sz="1300" b="1" dirty="0"/>
              <a:t>grid-based battlefield</a:t>
            </a:r>
            <a:r>
              <a:rPr lang="en-US" sz="1300" dirty="0"/>
              <a:t>, where the player attempts to locate and sink enemy ships hidden across the board. Each turn allows the player (and optionally, the computer) to guess coordinates. The program provides immediate feedback — </a:t>
            </a:r>
            <a:r>
              <a:rPr lang="en-US" sz="1300" i="1" dirty="0"/>
              <a:t>hit</a:t>
            </a:r>
            <a:r>
              <a:rPr lang="en-US" sz="1300" dirty="0"/>
              <a:t> or </a:t>
            </a:r>
            <a:r>
              <a:rPr lang="en-US" sz="1300" i="1" dirty="0"/>
              <a:t>miss</a:t>
            </a:r>
            <a:r>
              <a:rPr lang="en-US" sz="1300" dirty="0"/>
              <a:t> — and keeps track of ship health until one side wins.</a:t>
            </a:r>
          </a:p>
          <a:p>
            <a:pPr marL="0" lvl="0" indent="0" algn="ctr" rtl="0">
              <a:spcBef>
                <a:spcPts val="0"/>
              </a:spcBef>
              <a:spcAft>
                <a:spcPts val="0"/>
              </a:spcAft>
              <a:buNone/>
            </a:pPr>
            <a:endParaRPr dirty="0"/>
          </a:p>
        </p:txBody>
      </p:sp>
      <p:grpSp>
        <p:nvGrpSpPr>
          <p:cNvPr id="463" name="Google Shape;463;p44"/>
          <p:cNvGrpSpPr/>
          <p:nvPr/>
        </p:nvGrpSpPr>
        <p:grpSpPr>
          <a:xfrm>
            <a:off x="5635082" y="2571751"/>
            <a:ext cx="3508917" cy="1398084"/>
            <a:chOff x="4126225" y="-2295850"/>
            <a:chExt cx="3307744" cy="1236507"/>
          </a:xfrm>
        </p:grpSpPr>
        <p:sp>
          <p:nvSpPr>
            <p:cNvPr id="464" name="Google Shape;464;p44"/>
            <p:cNvSpPr/>
            <p:nvPr/>
          </p:nvSpPr>
          <p:spPr>
            <a:xfrm>
              <a:off x="6283589" y="-2295850"/>
              <a:ext cx="268547" cy="372799"/>
            </a:xfrm>
            <a:custGeom>
              <a:avLst/>
              <a:gdLst/>
              <a:ahLst/>
              <a:cxnLst/>
              <a:rect l="l" t="t" r="r" b="b"/>
              <a:pathLst>
                <a:path w="3815" h="5296" extrusionOk="0">
                  <a:moveTo>
                    <a:pt x="0" y="0"/>
                  </a:moveTo>
                  <a:lnTo>
                    <a:pt x="0" y="5295"/>
                  </a:lnTo>
                  <a:lnTo>
                    <a:pt x="3815" y="5295"/>
                  </a:lnTo>
                  <a:lnTo>
                    <a:pt x="38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4"/>
            <p:cNvSpPr/>
            <p:nvPr/>
          </p:nvSpPr>
          <p:spPr>
            <a:xfrm>
              <a:off x="6283589" y="-2238692"/>
              <a:ext cx="268547" cy="42095"/>
            </a:xfrm>
            <a:custGeom>
              <a:avLst/>
              <a:gdLst/>
              <a:ahLst/>
              <a:cxnLst/>
              <a:rect l="l" t="t" r="r" b="b"/>
              <a:pathLst>
                <a:path w="3815" h="598" extrusionOk="0">
                  <a:moveTo>
                    <a:pt x="0" y="0"/>
                  </a:moveTo>
                  <a:lnTo>
                    <a:pt x="0" y="598"/>
                  </a:lnTo>
                  <a:lnTo>
                    <a:pt x="3815" y="598"/>
                  </a:lnTo>
                  <a:lnTo>
                    <a:pt x="38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4"/>
            <p:cNvSpPr/>
            <p:nvPr/>
          </p:nvSpPr>
          <p:spPr>
            <a:xfrm>
              <a:off x="6283589" y="-2180619"/>
              <a:ext cx="268547" cy="21118"/>
            </a:xfrm>
            <a:custGeom>
              <a:avLst/>
              <a:gdLst/>
              <a:ahLst/>
              <a:cxnLst/>
              <a:rect l="l" t="t" r="r" b="b"/>
              <a:pathLst>
                <a:path w="3815" h="300" extrusionOk="0">
                  <a:moveTo>
                    <a:pt x="0" y="1"/>
                  </a:moveTo>
                  <a:lnTo>
                    <a:pt x="0" y="299"/>
                  </a:lnTo>
                  <a:lnTo>
                    <a:pt x="3815" y="299"/>
                  </a:lnTo>
                  <a:lnTo>
                    <a:pt x="38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4"/>
            <p:cNvSpPr/>
            <p:nvPr/>
          </p:nvSpPr>
          <p:spPr>
            <a:xfrm>
              <a:off x="4903771" y="-1920099"/>
              <a:ext cx="2144367" cy="566167"/>
            </a:xfrm>
            <a:custGeom>
              <a:avLst/>
              <a:gdLst/>
              <a:ahLst/>
              <a:cxnLst/>
              <a:rect l="l" t="t" r="r" b="b"/>
              <a:pathLst>
                <a:path w="30463" h="8043" extrusionOk="0">
                  <a:moveTo>
                    <a:pt x="5681" y="1"/>
                  </a:moveTo>
                  <a:lnTo>
                    <a:pt x="0" y="8043"/>
                  </a:lnTo>
                  <a:lnTo>
                    <a:pt x="30463" y="5794"/>
                  </a:lnTo>
                  <a:lnTo>
                    <a:pt x="285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4"/>
            <p:cNvSpPr/>
            <p:nvPr/>
          </p:nvSpPr>
          <p:spPr>
            <a:xfrm>
              <a:off x="5609166" y="-1873007"/>
              <a:ext cx="355834" cy="418906"/>
            </a:xfrm>
            <a:custGeom>
              <a:avLst/>
              <a:gdLst/>
              <a:ahLst/>
              <a:cxnLst/>
              <a:rect l="l" t="t" r="r" b="b"/>
              <a:pathLst>
                <a:path w="5055" h="5951" extrusionOk="0">
                  <a:moveTo>
                    <a:pt x="1" y="0"/>
                  </a:moveTo>
                  <a:lnTo>
                    <a:pt x="1" y="5950"/>
                  </a:lnTo>
                  <a:lnTo>
                    <a:pt x="5054" y="5580"/>
                  </a:lnTo>
                  <a:lnTo>
                    <a:pt x="505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4"/>
            <p:cNvSpPr/>
            <p:nvPr/>
          </p:nvSpPr>
          <p:spPr>
            <a:xfrm>
              <a:off x="5000982" y="-1873007"/>
              <a:ext cx="553215" cy="464027"/>
            </a:xfrm>
            <a:custGeom>
              <a:avLst/>
              <a:gdLst/>
              <a:ahLst/>
              <a:cxnLst/>
              <a:rect l="l" t="t" r="r" b="b"/>
              <a:pathLst>
                <a:path w="7859" h="6592" extrusionOk="0">
                  <a:moveTo>
                    <a:pt x="4655" y="0"/>
                  </a:moveTo>
                  <a:lnTo>
                    <a:pt x="1" y="6591"/>
                  </a:lnTo>
                  <a:lnTo>
                    <a:pt x="1" y="6591"/>
                  </a:lnTo>
                  <a:lnTo>
                    <a:pt x="7858" y="6007"/>
                  </a:lnTo>
                  <a:lnTo>
                    <a:pt x="7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4"/>
            <p:cNvSpPr/>
            <p:nvPr/>
          </p:nvSpPr>
          <p:spPr>
            <a:xfrm>
              <a:off x="4147272" y="-1648599"/>
              <a:ext cx="3265578" cy="589256"/>
            </a:xfrm>
            <a:custGeom>
              <a:avLst/>
              <a:gdLst/>
              <a:ahLst/>
              <a:cxnLst/>
              <a:rect l="l" t="t" r="r" b="b"/>
              <a:pathLst>
                <a:path w="46391" h="8371" extrusionOk="0">
                  <a:moveTo>
                    <a:pt x="1" y="1"/>
                  </a:moveTo>
                  <a:lnTo>
                    <a:pt x="3816" y="8371"/>
                  </a:lnTo>
                  <a:lnTo>
                    <a:pt x="40441" y="8371"/>
                  </a:lnTo>
                  <a:cubicBezTo>
                    <a:pt x="42662" y="8371"/>
                    <a:pt x="44584" y="6877"/>
                    <a:pt x="45138" y="4742"/>
                  </a:cubicBezTo>
                  <a:lnTo>
                    <a:pt x="46391" y="1"/>
                  </a:lnTo>
                  <a:lnTo>
                    <a:pt x="46391" y="1"/>
                  </a:lnTo>
                  <a:cubicBezTo>
                    <a:pt x="42050" y="1320"/>
                    <a:pt x="35448" y="1760"/>
                    <a:pt x="28575" y="1760"/>
                  </a:cubicBezTo>
                  <a:cubicBezTo>
                    <a:pt x="14830" y="1760"/>
                    <a:pt x="1" y="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1" name="Google Shape;471;p44"/>
            <p:cNvSpPr/>
            <p:nvPr/>
          </p:nvSpPr>
          <p:spPr>
            <a:xfrm>
              <a:off x="4126225" y="-1669012"/>
              <a:ext cx="3307744" cy="225960"/>
            </a:xfrm>
            <a:custGeom>
              <a:avLst/>
              <a:gdLst/>
              <a:ahLst/>
              <a:cxnLst/>
              <a:rect l="l" t="t" r="r" b="b"/>
              <a:pathLst>
                <a:path w="46990" h="3210" extrusionOk="0">
                  <a:moveTo>
                    <a:pt x="46704" y="0"/>
                  </a:moveTo>
                  <a:cubicBezTo>
                    <a:pt x="46671" y="0"/>
                    <a:pt x="46637" y="7"/>
                    <a:pt x="46605" y="21"/>
                  </a:cubicBezTo>
                  <a:cubicBezTo>
                    <a:pt x="42317" y="1320"/>
                    <a:pt x="35761" y="1754"/>
                    <a:pt x="28922" y="1754"/>
                  </a:cubicBezTo>
                  <a:cubicBezTo>
                    <a:pt x="15304" y="1754"/>
                    <a:pt x="560" y="35"/>
                    <a:pt x="342" y="6"/>
                  </a:cubicBezTo>
                  <a:cubicBezTo>
                    <a:pt x="330" y="4"/>
                    <a:pt x="317" y="4"/>
                    <a:pt x="304" y="4"/>
                  </a:cubicBezTo>
                  <a:cubicBezTo>
                    <a:pt x="215" y="4"/>
                    <a:pt x="122" y="45"/>
                    <a:pt x="72" y="120"/>
                  </a:cubicBezTo>
                  <a:cubicBezTo>
                    <a:pt x="15" y="205"/>
                    <a:pt x="0" y="319"/>
                    <a:pt x="44" y="419"/>
                  </a:cubicBezTo>
                  <a:lnTo>
                    <a:pt x="456" y="1330"/>
                  </a:lnTo>
                  <a:cubicBezTo>
                    <a:pt x="499" y="1430"/>
                    <a:pt x="584" y="1486"/>
                    <a:pt x="698" y="1501"/>
                  </a:cubicBezTo>
                  <a:cubicBezTo>
                    <a:pt x="2890" y="1758"/>
                    <a:pt x="16328" y="3209"/>
                    <a:pt x="28883" y="3209"/>
                  </a:cubicBezTo>
                  <a:cubicBezTo>
                    <a:pt x="35644" y="3209"/>
                    <a:pt x="42163" y="2782"/>
                    <a:pt x="46519" y="1515"/>
                  </a:cubicBezTo>
                  <a:cubicBezTo>
                    <a:pt x="46619" y="1486"/>
                    <a:pt x="46690" y="1416"/>
                    <a:pt x="46718" y="1316"/>
                  </a:cubicBezTo>
                  <a:lnTo>
                    <a:pt x="46975" y="363"/>
                  </a:lnTo>
                  <a:cubicBezTo>
                    <a:pt x="46989" y="262"/>
                    <a:pt x="46961" y="163"/>
                    <a:pt x="46889" y="78"/>
                  </a:cubicBezTo>
                  <a:cubicBezTo>
                    <a:pt x="46841" y="29"/>
                    <a:pt x="46774" y="0"/>
                    <a:pt x="467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4"/>
            <p:cNvSpPr/>
            <p:nvPr/>
          </p:nvSpPr>
          <p:spPr>
            <a:xfrm>
              <a:off x="5231445" y="-1982185"/>
              <a:ext cx="1728488" cy="118259"/>
            </a:xfrm>
            <a:custGeom>
              <a:avLst/>
              <a:gdLst/>
              <a:ahLst/>
              <a:cxnLst/>
              <a:rect l="l" t="t" r="r" b="b"/>
              <a:pathLst>
                <a:path w="24555" h="1680" extrusionOk="0">
                  <a:moveTo>
                    <a:pt x="1" y="0"/>
                  </a:moveTo>
                  <a:lnTo>
                    <a:pt x="1" y="1680"/>
                  </a:lnTo>
                  <a:lnTo>
                    <a:pt x="24555" y="1680"/>
                  </a:lnTo>
                  <a:lnTo>
                    <a:pt x="245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4"/>
            <p:cNvSpPr/>
            <p:nvPr/>
          </p:nvSpPr>
          <p:spPr>
            <a:xfrm>
              <a:off x="6490963" y="-1850975"/>
              <a:ext cx="237575" cy="237575"/>
            </a:xfrm>
            <a:custGeom>
              <a:avLst/>
              <a:gdLst/>
              <a:ahLst/>
              <a:cxnLst/>
              <a:rect l="l" t="t" r="r" b="b"/>
              <a:pathLst>
                <a:path w="3375" h="3375" extrusionOk="0">
                  <a:moveTo>
                    <a:pt x="1680" y="627"/>
                  </a:moveTo>
                  <a:cubicBezTo>
                    <a:pt x="2264" y="627"/>
                    <a:pt x="2733" y="1111"/>
                    <a:pt x="2733" y="1695"/>
                  </a:cubicBezTo>
                  <a:cubicBezTo>
                    <a:pt x="2733" y="2264"/>
                    <a:pt x="2264" y="2748"/>
                    <a:pt x="1680" y="2748"/>
                  </a:cubicBezTo>
                  <a:cubicBezTo>
                    <a:pt x="1097" y="2748"/>
                    <a:pt x="626" y="2264"/>
                    <a:pt x="626" y="1695"/>
                  </a:cubicBezTo>
                  <a:cubicBezTo>
                    <a:pt x="626" y="1111"/>
                    <a:pt x="1097" y="627"/>
                    <a:pt x="1680" y="627"/>
                  </a:cubicBezTo>
                  <a:close/>
                  <a:moveTo>
                    <a:pt x="1680" y="0"/>
                  </a:moveTo>
                  <a:cubicBezTo>
                    <a:pt x="755" y="0"/>
                    <a:pt x="0" y="755"/>
                    <a:pt x="0" y="1695"/>
                  </a:cubicBezTo>
                  <a:cubicBezTo>
                    <a:pt x="0" y="2620"/>
                    <a:pt x="755" y="3375"/>
                    <a:pt x="1680" y="3375"/>
                  </a:cubicBezTo>
                  <a:cubicBezTo>
                    <a:pt x="2619" y="3375"/>
                    <a:pt x="3374" y="2620"/>
                    <a:pt x="3374" y="1695"/>
                  </a:cubicBezTo>
                  <a:cubicBezTo>
                    <a:pt x="3374" y="755"/>
                    <a:pt x="2619" y="0"/>
                    <a:pt x="16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4"/>
            <p:cNvSpPr/>
            <p:nvPr/>
          </p:nvSpPr>
          <p:spPr>
            <a:xfrm>
              <a:off x="6614218" y="-1850975"/>
              <a:ext cx="114317" cy="119315"/>
            </a:xfrm>
            <a:custGeom>
              <a:avLst/>
              <a:gdLst/>
              <a:ahLst/>
              <a:cxnLst/>
              <a:rect l="l" t="t" r="r" b="b"/>
              <a:pathLst>
                <a:path w="1624" h="1695" extrusionOk="0">
                  <a:moveTo>
                    <a:pt x="1" y="0"/>
                  </a:moveTo>
                  <a:lnTo>
                    <a:pt x="1" y="641"/>
                  </a:lnTo>
                  <a:cubicBezTo>
                    <a:pt x="555" y="670"/>
                    <a:pt x="982" y="1125"/>
                    <a:pt x="982" y="1695"/>
                  </a:cubicBezTo>
                  <a:lnTo>
                    <a:pt x="1623" y="1695"/>
                  </a:lnTo>
                  <a:cubicBezTo>
                    <a:pt x="1623" y="784"/>
                    <a:pt x="897" y="44"/>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4"/>
            <p:cNvSpPr/>
            <p:nvPr/>
          </p:nvSpPr>
          <p:spPr>
            <a:xfrm>
              <a:off x="6490963" y="-1731731"/>
              <a:ext cx="123328" cy="118330"/>
            </a:xfrm>
            <a:custGeom>
              <a:avLst/>
              <a:gdLst/>
              <a:ahLst/>
              <a:cxnLst/>
              <a:rect l="l" t="t" r="r" b="b"/>
              <a:pathLst>
                <a:path w="1752" h="1681" extrusionOk="0">
                  <a:moveTo>
                    <a:pt x="0" y="1"/>
                  </a:moveTo>
                  <a:cubicBezTo>
                    <a:pt x="0" y="926"/>
                    <a:pt x="755" y="1681"/>
                    <a:pt x="1680" y="1681"/>
                  </a:cubicBezTo>
                  <a:lnTo>
                    <a:pt x="1752" y="1681"/>
                  </a:lnTo>
                  <a:lnTo>
                    <a:pt x="1752" y="1039"/>
                  </a:lnTo>
                  <a:cubicBezTo>
                    <a:pt x="1723" y="1039"/>
                    <a:pt x="1708" y="1054"/>
                    <a:pt x="1680" y="1054"/>
                  </a:cubicBezTo>
                  <a:cubicBezTo>
                    <a:pt x="1097" y="1054"/>
                    <a:pt x="626" y="570"/>
                    <a:pt x="6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4"/>
            <p:cNvSpPr/>
            <p:nvPr/>
          </p:nvSpPr>
          <p:spPr>
            <a:xfrm>
              <a:off x="4815571" y="-1312901"/>
              <a:ext cx="75250" cy="75250"/>
            </a:xfrm>
            <a:custGeom>
              <a:avLst/>
              <a:gdLst/>
              <a:ahLst/>
              <a:cxnLst/>
              <a:rect l="l" t="t" r="r" b="b"/>
              <a:pathLst>
                <a:path w="1069" h="1069" extrusionOk="0">
                  <a:moveTo>
                    <a:pt x="542" y="1"/>
                  </a:moveTo>
                  <a:cubicBezTo>
                    <a:pt x="243" y="1"/>
                    <a:pt x="1" y="242"/>
                    <a:pt x="1" y="527"/>
                  </a:cubicBezTo>
                  <a:cubicBezTo>
                    <a:pt x="1" y="827"/>
                    <a:pt x="243" y="1068"/>
                    <a:pt x="542" y="1068"/>
                  </a:cubicBezTo>
                  <a:cubicBezTo>
                    <a:pt x="841" y="1068"/>
                    <a:pt x="1069" y="827"/>
                    <a:pt x="1069" y="527"/>
                  </a:cubicBezTo>
                  <a:cubicBezTo>
                    <a:pt x="1069" y="242"/>
                    <a:pt x="841" y="1"/>
                    <a:pt x="5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4"/>
            <p:cNvSpPr/>
            <p:nvPr/>
          </p:nvSpPr>
          <p:spPr>
            <a:xfrm>
              <a:off x="5051101" y="-1312901"/>
              <a:ext cx="75179" cy="75250"/>
            </a:xfrm>
            <a:custGeom>
              <a:avLst/>
              <a:gdLst/>
              <a:ahLst/>
              <a:cxnLst/>
              <a:rect l="l" t="t" r="r" b="b"/>
              <a:pathLst>
                <a:path w="1068" h="1069" extrusionOk="0">
                  <a:moveTo>
                    <a:pt x="541" y="1"/>
                  </a:moveTo>
                  <a:cubicBezTo>
                    <a:pt x="242" y="1"/>
                    <a:pt x="0" y="242"/>
                    <a:pt x="0" y="527"/>
                  </a:cubicBezTo>
                  <a:cubicBezTo>
                    <a:pt x="0" y="827"/>
                    <a:pt x="242" y="1068"/>
                    <a:pt x="541" y="1068"/>
                  </a:cubicBezTo>
                  <a:cubicBezTo>
                    <a:pt x="840" y="1068"/>
                    <a:pt x="1067" y="827"/>
                    <a:pt x="1067" y="527"/>
                  </a:cubicBezTo>
                  <a:cubicBezTo>
                    <a:pt x="1067" y="242"/>
                    <a:pt x="840" y="1"/>
                    <a:pt x="5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4"/>
            <p:cNvSpPr/>
            <p:nvPr/>
          </p:nvSpPr>
          <p:spPr>
            <a:xfrm>
              <a:off x="5286561" y="-1312901"/>
              <a:ext cx="75250" cy="75250"/>
            </a:xfrm>
            <a:custGeom>
              <a:avLst/>
              <a:gdLst/>
              <a:ahLst/>
              <a:cxnLst/>
              <a:rect l="l" t="t" r="r" b="b"/>
              <a:pathLst>
                <a:path w="1069" h="1069" extrusionOk="0">
                  <a:moveTo>
                    <a:pt x="541" y="1"/>
                  </a:moveTo>
                  <a:cubicBezTo>
                    <a:pt x="243" y="1"/>
                    <a:pt x="0" y="242"/>
                    <a:pt x="0" y="527"/>
                  </a:cubicBezTo>
                  <a:cubicBezTo>
                    <a:pt x="0" y="827"/>
                    <a:pt x="243" y="1068"/>
                    <a:pt x="541" y="1068"/>
                  </a:cubicBezTo>
                  <a:cubicBezTo>
                    <a:pt x="840" y="1068"/>
                    <a:pt x="1068" y="827"/>
                    <a:pt x="1068" y="527"/>
                  </a:cubicBezTo>
                  <a:cubicBezTo>
                    <a:pt x="1068" y="242"/>
                    <a:pt x="840" y="1"/>
                    <a:pt x="5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4"/>
            <p:cNvSpPr/>
            <p:nvPr/>
          </p:nvSpPr>
          <p:spPr>
            <a:xfrm>
              <a:off x="5522021" y="-1312901"/>
              <a:ext cx="75179" cy="75250"/>
            </a:xfrm>
            <a:custGeom>
              <a:avLst/>
              <a:gdLst/>
              <a:ahLst/>
              <a:cxnLst/>
              <a:rect l="l" t="t" r="r" b="b"/>
              <a:pathLst>
                <a:path w="1068" h="1069" extrusionOk="0">
                  <a:moveTo>
                    <a:pt x="542" y="1"/>
                  </a:moveTo>
                  <a:cubicBezTo>
                    <a:pt x="242" y="1"/>
                    <a:pt x="1" y="242"/>
                    <a:pt x="1" y="527"/>
                  </a:cubicBezTo>
                  <a:cubicBezTo>
                    <a:pt x="1" y="827"/>
                    <a:pt x="242" y="1068"/>
                    <a:pt x="542" y="1068"/>
                  </a:cubicBezTo>
                  <a:cubicBezTo>
                    <a:pt x="840" y="1068"/>
                    <a:pt x="1068" y="827"/>
                    <a:pt x="1068" y="527"/>
                  </a:cubicBezTo>
                  <a:cubicBezTo>
                    <a:pt x="1068" y="242"/>
                    <a:pt x="840" y="1"/>
                    <a:pt x="5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grpSp>
        <p:nvGrpSpPr>
          <p:cNvPr id="2" name="Group 2">
            <a:extLst>
              <a:ext uri="{FF2B5EF4-FFF2-40B4-BE49-F238E27FC236}">
                <a16:creationId xmlns:a16="http://schemas.microsoft.com/office/drawing/2014/main" id="{D3CF903E-B27D-DFE3-2EF5-E5DF574F44B4}"/>
              </a:ext>
            </a:extLst>
          </p:cNvPr>
          <p:cNvGrpSpPr/>
          <p:nvPr/>
        </p:nvGrpSpPr>
        <p:grpSpPr>
          <a:xfrm>
            <a:off x="690383" y="1948713"/>
            <a:ext cx="2256280" cy="1641980"/>
            <a:chOff x="0" y="0"/>
            <a:chExt cx="1434943" cy="1767756"/>
          </a:xfrm>
          <a:solidFill>
            <a:schemeClr val="bg1">
              <a:lumMod val="50000"/>
            </a:schemeClr>
          </a:solidFill>
        </p:grpSpPr>
        <p:sp>
          <p:nvSpPr>
            <p:cNvPr id="3" name="Freeform 3">
              <a:extLst>
                <a:ext uri="{FF2B5EF4-FFF2-40B4-BE49-F238E27FC236}">
                  <a16:creationId xmlns:a16="http://schemas.microsoft.com/office/drawing/2014/main" id="{79A6DB16-A56A-6A25-361F-6CB15B49113A}"/>
                </a:ext>
              </a:extLst>
            </p:cNvPr>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grpFill/>
          </p:spPr>
        </p:sp>
        <p:sp>
          <p:nvSpPr>
            <p:cNvPr id="4" name="TextBox 4">
              <a:extLst>
                <a:ext uri="{FF2B5EF4-FFF2-40B4-BE49-F238E27FC236}">
                  <a16:creationId xmlns:a16="http://schemas.microsoft.com/office/drawing/2014/main" id="{09C63918-13B9-4081-AAFF-14875CDD8B96}"/>
                </a:ext>
              </a:extLst>
            </p:cNvPr>
            <p:cNvSpPr txBox="1"/>
            <p:nvPr/>
          </p:nvSpPr>
          <p:spPr>
            <a:xfrm>
              <a:off x="0" y="-28575"/>
              <a:ext cx="1434943" cy="1796331"/>
            </a:xfrm>
            <a:prstGeom prst="rect">
              <a:avLst/>
            </a:prstGeom>
            <a:grpFill/>
          </p:spPr>
          <p:txBody>
            <a:bodyPr lIns="50800" tIns="50800" rIns="50800" bIns="50800" rtlCol="0" anchor="ctr"/>
            <a:lstStyle/>
            <a:p>
              <a:pPr marL="0" lvl="0" indent="0" algn="ctr">
                <a:lnSpc>
                  <a:spcPts val="1935"/>
                </a:lnSpc>
              </a:pPr>
              <a:endParaRPr/>
            </a:p>
          </p:txBody>
        </p:sp>
      </p:grpSp>
      <p:sp>
        <p:nvSpPr>
          <p:cNvPr id="429" name="Google Shape;429;p42"/>
          <p:cNvSpPr txBox="1">
            <a:spLocks noGrp="1"/>
          </p:cNvSpPr>
          <p:nvPr>
            <p:ph type="title"/>
          </p:nvPr>
        </p:nvSpPr>
        <p:spPr>
          <a:xfrm>
            <a:off x="712235" y="220903"/>
            <a:ext cx="7704000" cy="4755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IN" dirty="0"/>
              <a:t>System Architecture</a:t>
            </a:r>
            <a:endParaRPr dirty="0"/>
          </a:p>
        </p:txBody>
      </p:sp>
      <p:sp>
        <p:nvSpPr>
          <p:cNvPr id="6" name="Subtitle 5">
            <a:extLst>
              <a:ext uri="{FF2B5EF4-FFF2-40B4-BE49-F238E27FC236}">
                <a16:creationId xmlns:a16="http://schemas.microsoft.com/office/drawing/2014/main" id="{65C8131A-9A33-87AB-950A-28696D51E06A}"/>
              </a:ext>
            </a:extLst>
          </p:cNvPr>
          <p:cNvSpPr>
            <a:spLocks noGrp="1"/>
          </p:cNvSpPr>
          <p:nvPr>
            <p:ph type="subTitle" idx="1"/>
          </p:nvPr>
        </p:nvSpPr>
        <p:spPr>
          <a:xfrm>
            <a:off x="303096" y="2449257"/>
            <a:ext cx="2577901" cy="835416"/>
          </a:xfrm>
        </p:spPr>
        <p:txBody>
          <a:bodyPr/>
          <a:lstStyle/>
          <a:p>
            <a:r>
              <a:rPr lang="en-US" sz="1100" spc="-29" dirty="0">
                <a:solidFill>
                  <a:srgbClr val="F5F7FA"/>
                </a:solidFill>
                <a:latin typeface="Lato" panose="020F0502020204030204" pitchFamily="34" charset="0"/>
                <a:ea typeface="Helvetica World"/>
                <a:cs typeface="Helvetica World"/>
                <a:sym typeface="Helvetica World"/>
              </a:rPr>
              <a:t>      </a:t>
            </a:r>
            <a:r>
              <a:rPr lang="en-US" spc="-29" dirty="0">
                <a:solidFill>
                  <a:schemeClr val="tx1">
                    <a:lumMod val="10000"/>
                    <a:lumOff val="90000"/>
                  </a:schemeClr>
                </a:solidFill>
                <a:latin typeface="Lato" panose="020F0502020204030204" pitchFamily="34" charset="0"/>
                <a:ea typeface="Helvetica World"/>
                <a:cs typeface="Helvetica World"/>
                <a:sym typeface="Helvetica World"/>
              </a:rPr>
              <a:t>Initialization sets up the game board and prepares necessary variables for gameplay.</a:t>
            </a:r>
          </a:p>
          <a:p>
            <a:endParaRPr lang="en-IN" dirty="0"/>
          </a:p>
        </p:txBody>
      </p:sp>
      <p:sp>
        <p:nvSpPr>
          <p:cNvPr id="10" name="Title 9">
            <a:extLst>
              <a:ext uri="{FF2B5EF4-FFF2-40B4-BE49-F238E27FC236}">
                <a16:creationId xmlns:a16="http://schemas.microsoft.com/office/drawing/2014/main" id="{F7B5463E-35CC-CB72-3C1A-85A640506C49}"/>
              </a:ext>
            </a:extLst>
          </p:cNvPr>
          <p:cNvSpPr>
            <a:spLocks noGrp="1"/>
          </p:cNvSpPr>
          <p:nvPr>
            <p:ph type="title" idx="7"/>
          </p:nvPr>
        </p:nvSpPr>
        <p:spPr>
          <a:xfrm>
            <a:off x="756037" y="2197555"/>
            <a:ext cx="2306562" cy="475500"/>
          </a:xfrm>
        </p:spPr>
        <p:txBody>
          <a:bodyPr/>
          <a:lstStyle/>
          <a:p>
            <a:r>
              <a:rPr lang="en-US" sz="2000" dirty="0">
                <a:solidFill>
                  <a:srgbClr val="F5F7FA"/>
                </a:solidFill>
                <a:latin typeface="Cooper Black" panose="0208090404030B020404" pitchFamily="18" charset="0"/>
                <a:ea typeface="Georgia Pro Condensed"/>
                <a:cs typeface="Georgia Pro Condensed"/>
                <a:sym typeface="Georgia Pro Condensed"/>
              </a:rPr>
              <a:t>Initialization</a:t>
            </a:r>
            <a:br>
              <a:rPr lang="en-US" sz="2800" spc="-95" dirty="0">
                <a:solidFill>
                  <a:srgbClr val="F5F7FA"/>
                </a:solidFill>
                <a:latin typeface="Bahnschrift" panose="020B0502040204020203" pitchFamily="34" charset="0"/>
                <a:ea typeface="Georgia Pro Condensed"/>
                <a:cs typeface="Georgia Pro Condensed"/>
                <a:sym typeface="Georgia Pro Condensed"/>
              </a:rPr>
            </a:br>
            <a:endParaRPr lang="en-IN" sz="2800" dirty="0">
              <a:latin typeface="Bahnschrift" panose="020B0502040204020203" pitchFamily="34" charset="0"/>
            </a:endParaRPr>
          </a:p>
        </p:txBody>
      </p:sp>
      <p:grpSp>
        <p:nvGrpSpPr>
          <p:cNvPr id="11" name="Group 2">
            <a:extLst>
              <a:ext uri="{FF2B5EF4-FFF2-40B4-BE49-F238E27FC236}">
                <a16:creationId xmlns:a16="http://schemas.microsoft.com/office/drawing/2014/main" id="{39A6CD1A-7913-137E-E896-6BE4B5A19087}"/>
              </a:ext>
            </a:extLst>
          </p:cNvPr>
          <p:cNvGrpSpPr/>
          <p:nvPr/>
        </p:nvGrpSpPr>
        <p:grpSpPr>
          <a:xfrm>
            <a:off x="3454743" y="1930859"/>
            <a:ext cx="2256280" cy="1659834"/>
            <a:chOff x="0" y="0"/>
            <a:chExt cx="1434943" cy="1767756"/>
          </a:xfrm>
          <a:solidFill>
            <a:schemeClr val="bg1">
              <a:lumMod val="50000"/>
            </a:schemeClr>
          </a:solidFill>
        </p:grpSpPr>
        <p:sp>
          <p:nvSpPr>
            <p:cNvPr id="12" name="Freeform 3">
              <a:extLst>
                <a:ext uri="{FF2B5EF4-FFF2-40B4-BE49-F238E27FC236}">
                  <a16:creationId xmlns:a16="http://schemas.microsoft.com/office/drawing/2014/main" id="{386BC41C-C19E-BC60-5CE5-B30C56CBD95F}"/>
                </a:ext>
              </a:extLst>
            </p:cNvPr>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grpFill/>
          </p:spPr>
        </p:sp>
        <p:sp>
          <p:nvSpPr>
            <p:cNvPr id="13" name="TextBox 4">
              <a:extLst>
                <a:ext uri="{FF2B5EF4-FFF2-40B4-BE49-F238E27FC236}">
                  <a16:creationId xmlns:a16="http://schemas.microsoft.com/office/drawing/2014/main" id="{C0C03BB6-3CB3-C032-3958-B218B74065CD}"/>
                </a:ext>
              </a:extLst>
            </p:cNvPr>
            <p:cNvSpPr txBox="1"/>
            <p:nvPr/>
          </p:nvSpPr>
          <p:spPr>
            <a:xfrm>
              <a:off x="0" y="-28575"/>
              <a:ext cx="1434943" cy="1796331"/>
            </a:xfrm>
            <a:prstGeom prst="rect">
              <a:avLst/>
            </a:prstGeom>
            <a:grpFill/>
          </p:spPr>
          <p:txBody>
            <a:bodyPr lIns="50800" tIns="50800" rIns="50800" bIns="50800" rtlCol="0" anchor="ctr"/>
            <a:lstStyle/>
            <a:p>
              <a:pPr marL="0" lvl="0" indent="0" algn="ctr">
                <a:lnSpc>
                  <a:spcPts val="1935"/>
                </a:lnSpc>
              </a:pPr>
              <a:endParaRPr/>
            </a:p>
          </p:txBody>
        </p:sp>
      </p:grpSp>
      <p:sp>
        <p:nvSpPr>
          <p:cNvPr id="14" name="Subtitle 5">
            <a:extLst>
              <a:ext uri="{FF2B5EF4-FFF2-40B4-BE49-F238E27FC236}">
                <a16:creationId xmlns:a16="http://schemas.microsoft.com/office/drawing/2014/main" id="{C2390172-57B4-10C5-5406-0FCF8D0DC304}"/>
              </a:ext>
            </a:extLst>
          </p:cNvPr>
          <p:cNvSpPr txBox="1">
            <a:spLocks/>
          </p:cNvSpPr>
          <p:nvPr/>
        </p:nvSpPr>
        <p:spPr>
          <a:xfrm>
            <a:off x="2978462" y="2456869"/>
            <a:ext cx="2778278" cy="9954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1pPr>
            <a:lvl2pPr marL="914400" marR="0" lvl="1"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2pPr>
            <a:lvl3pPr marL="1371600" marR="0" lvl="2"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3pPr>
            <a:lvl4pPr marL="1828800" marR="0" lvl="3"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4pPr>
            <a:lvl5pPr marL="2286000" marR="0" lvl="4"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5pPr>
            <a:lvl6pPr marL="2743200" marR="0" lvl="5"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6pPr>
            <a:lvl7pPr marL="3200400" marR="0" lvl="6"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7pPr>
            <a:lvl8pPr marL="3657600" marR="0" lvl="7"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8pPr>
            <a:lvl9pPr marL="4114800" marR="0" lvl="8"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9pPr>
          </a:lstStyle>
          <a:p>
            <a:r>
              <a:rPr lang="en-US" sz="1100" spc="-29" dirty="0">
                <a:solidFill>
                  <a:schemeClr val="accent2"/>
                </a:solidFill>
                <a:latin typeface="Lato" panose="020F0502020204030204" pitchFamily="34" charset="0"/>
                <a:ea typeface="Helvetica World"/>
                <a:cs typeface="Helvetica World"/>
                <a:sym typeface="Helvetica World"/>
              </a:rPr>
              <a:t>      </a:t>
            </a:r>
            <a:r>
              <a:rPr lang="en-US" dirty="0">
                <a:solidFill>
                  <a:schemeClr val="tx1">
                    <a:lumMod val="10000"/>
                    <a:lumOff val="90000"/>
                  </a:schemeClr>
                </a:solidFill>
              </a:rPr>
              <a:t>Placement randomly positions ships on the grid, ensuring a unique setup for each game.</a:t>
            </a:r>
            <a:endParaRPr lang="en-IN" dirty="0">
              <a:solidFill>
                <a:schemeClr val="tx1">
                  <a:lumMod val="10000"/>
                  <a:lumOff val="90000"/>
                </a:schemeClr>
              </a:solidFill>
            </a:endParaRPr>
          </a:p>
        </p:txBody>
      </p:sp>
      <p:sp>
        <p:nvSpPr>
          <p:cNvPr id="15" name="Title 9">
            <a:extLst>
              <a:ext uri="{FF2B5EF4-FFF2-40B4-BE49-F238E27FC236}">
                <a16:creationId xmlns:a16="http://schemas.microsoft.com/office/drawing/2014/main" id="{453CC999-D86C-3D02-82A5-23A02E6F3F1D}"/>
              </a:ext>
            </a:extLst>
          </p:cNvPr>
          <p:cNvSpPr txBox="1">
            <a:spLocks/>
          </p:cNvSpPr>
          <p:nvPr/>
        </p:nvSpPr>
        <p:spPr>
          <a:xfrm>
            <a:off x="3432526" y="1904029"/>
            <a:ext cx="2300714" cy="1070700"/>
          </a:xfrm>
          <a:prstGeom prst="rect">
            <a:avLst/>
          </a:prstGeom>
          <a:noFill/>
          <a:ln>
            <a:noFill/>
          </a:ln>
        </p:spPr>
        <p:txBody>
          <a:bodyPr spcFirstLastPara="1" wrap="square" lIns="91425" tIns="0"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1pPr>
            <a:lvl2pPr marR="0" lvl="1"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2pPr>
            <a:lvl3pPr marR="0" lvl="2"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3pPr>
            <a:lvl4pPr marR="0" lvl="3"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4pPr>
            <a:lvl5pPr marR="0" lvl="4"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5pPr>
            <a:lvl6pPr marR="0" lvl="5"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6pPr>
            <a:lvl7pPr marR="0" lvl="6"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7pPr>
            <a:lvl8pPr marR="0" lvl="7"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8pPr>
            <a:lvl9pPr marR="0" lvl="8"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9pPr>
          </a:lstStyle>
          <a:p>
            <a:r>
              <a:rPr lang="en-US" sz="2000" dirty="0">
                <a:solidFill>
                  <a:srgbClr val="F5F7FA"/>
                </a:solidFill>
                <a:latin typeface="Cooper Black" panose="0208090404030B020404" pitchFamily="18" charset="0"/>
                <a:ea typeface="Georgia Pro Condensed"/>
                <a:cs typeface="Georgia Pro Condensed"/>
                <a:sym typeface="Georgia Pro Condensed"/>
              </a:rPr>
              <a:t>Placement</a:t>
            </a:r>
            <a:br>
              <a:rPr lang="en-US" sz="2800" spc="-95" dirty="0">
                <a:solidFill>
                  <a:srgbClr val="F5F7FA"/>
                </a:solidFill>
                <a:latin typeface="Georgia Pro Condensed"/>
                <a:ea typeface="Georgia Pro Condensed"/>
                <a:cs typeface="Georgia Pro Condensed"/>
                <a:sym typeface="Georgia Pro Condensed"/>
              </a:rPr>
            </a:br>
            <a:endParaRPr lang="en-IN" sz="2800" dirty="0"/>
          </a:p>
        </p:txBody>
      </p:sp>
      <p:grpSp>
        <p:nvGrpSpPr>
          <p:cNvPr id="16" name="Group 2">
            <a:extLst>
              <a:ext uri="{FF2B5EF4-FFF2-40B4-BE49-F238E27FC236}">
                <a16:creationId xmlns:a16="http://schemas.microsoft.com/office/drawing/2014/main" id="{F3BA19BB-D444-8CF1-4775-417B17A63467}"/>
              </a:ext>
            </a:extLst>
          </p:cNvPr>
          <p:cNvGrpSpPr/>
          <p:nvPr/>
        </p:nvGrpSpPr>
        <p:grpSpPr>
          <a:xfrm>
            <a:off x="6450878" y="1909923"/>
            <a:ext cx="2256280" cy="1680769"/>
            <a:chOff x="0" y="0"/>
            <a:chExt cx="1434943" cy="1767756"/>
          </a:xfrm>
          <a:solidFill>
            <a:schemeClr val="bg1">
              <a:lumMod val="50000"/>
            </a:schemeClr>
          </a:solidFill>
        </p:grpSpPr>
        <p:sp>
          <p:nvSpPr>
            <p:cNvPr id="17" name="Freeform 3">
              <a:extLst>
                <a:ext uri="{FF2B5EF4-FFF2-40B4-BE49-F238E27FC236}">
                  <a16:creationId xmlns:a16="http://schemas.microsoft.com/office/drawing/2014/main" id="{83CC5FB1-1BA1-F3C1-1316-70BA07BF56E2}"/>
                </a:ext>
              </a:extLst>
            </p:cNvPr>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grpFill/>
          </p:spPr>
        </p:sp>
        <p:sp>
          <p:nvSpPr>
            <p:cNvPr id="18" name="TextBox 4">
              <a:extLst>
                <a:ext uri="{FF2B5EF4-FFF2-40B4-BE49-F238E27FC236}">
                  <a16:creationId xmlns:a16="http://schemas.microsoft.com/office/drawing/2014/main" id="{F7C82BAA-7D2A-4C9F-C955-32DAEF07008B}"/>
                </a:ext>
              </a:extLst>
            </p:cNvPr>
            <p:cNvSpPr txBox="1"/>
            <p:nvPr/>
          </p:nvSpPr>
          <p:spPr>
            <a:xfrm>
              <a:off x="0" y="-28575"/>
              <a:ext cx="1434943" cy="1796331"/>
            </a:xfrm>
            <a:prstGeom prst="rect">
              <a:avLst/>
            </a:prstGeom>
            <a:grpFill/>
          </p:spPr>
          <p:txBody>
            <a:bodyPr lIns="50800" tIns="50800" rIns="50800" bIns="50800" rtlCol="0" anchor="ctr"/>
            <a:lstStyle/>
            <a:p>
              <a:pPr marL="0" lvl="0" indent="0" algn="ctr">
                <a:lnSpc>
                  <a:spcPts val="1935"/>
                </a:lnSpc>
              </a:pPr>
              <a:endParaRPr/>
            </a:p>
          </p:txBody>
        </p:sp>
      </p:grpSp>
      <p:sp>
        <p:nvSpPr>
          <p:cNvPr id="19" name="Subtitle 5">
            <a:extLst>
              <a:ext uri="{FF2B5EF4-FFF2-40B4-BE49-F238E27FC236}">
                <a16:creationId xmlns:a16="http://schemas.microsoft.com/office/drawing/2014/main" id="{0F372BD1-8555-FCCA-C4A6-B75CEE94B4C0}"/>
              </a:ext>
            </a:extLst>
          </p:cNvPr>
          <p:cNvSpPr txBox="1">
            <a:spLocks/>
          </p:cNvSpPr>
          <p:nvPr/>
        </p:nvSpPr>
        <p:spPr>
          <a:xfrm>
            <a:off x="6187304" y="2435305"/>
            <a:ext cx="2577901" cy="8354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1pPr>
            <a:lvl2pPr marL="914400" marR="0" lvl="1"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2pPr>
            <a:lvl3pPr marL="1371600" marR="0" lvl="2"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3pPr>
            <a:lvl4pPr marL="1828800" marR="0" lvl="3"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4pPr>
            <a:lvl5pPr marL="2286000" marR="0" lvl="4"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5pPr>
            <a:lvl6pPr marL="2743200" marR="0" lvl="5"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6pPr>
            <a:lvl7pPr marL="3200400" marR="0" lvl="6"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7pPr>
            <a:lvl8pPr marL="3657600" marR="0" lvl="7"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8pPr>
            <a:lvl9pPr marL="4114800" marR="0" lvl="8" indent="-317500" algn="ctr" rtl="0">
              <a:lnSpc>
                <a:spcPct val="100000"/>
              </a:lnSpc>
              <a:spcBef>
                <a:spcPts val="0"/>
              </a:spcBef>
              <a:spcAft>
                <a:spcPts val="0"/>
              </a:spcAft>
              <a:buClr>
                <a:schemeClr val="accent5"/>
              </a:buClr>
              <a:buSzPts val="1400"/>
              <a:buFont typeface="Lato"/>
              <a:buNone/>
              <a:defRPr sz="1400" b="0" i="0" u="none" strike="noStrike" cap="none">
                <a:solidFill>
                  <a:schemeClr val="accent5"/>
                </a:solidFill>
                <a:latin typeface="Lato"/>
                <a:ea typeface="Lato"/>
                <a:cs typeface="Lato"/>
                <a:sym typeface="Lato"/>
              </a:defRPr>
            </a:lvl9pPr>
          </a:lstStyle>
          <a:p>
            <a:r>
              <a:rPr lang="en-US" dirty="0">
                <a:solidFill>
                  <a:schemeClr val="tx1">
                    <a:lumMod val="10000"/>
                    <a:lumOff val="90000"/>
                  </a:schemeClr>
                </a:solidFill>
              </a:rPr>
              <a:t>       Player Turn handles user input and triggers the game logic based on player decisions.</a:t>
            </a:r>
            <a:endParaRPr lang="en-IN" dirty="0">
              <a:solidFill>
                <a:schemeClr val="tx1">
                  <a:lumMod val="10000"/>
                  <a:lumOff val="90000"/>
                </a:schemeClr>
              </a:solidFill>
            </a:endParaRPr>
          </a:p>
        </p:txBody>
      </p:sp>
      <p:sp>
        <p:nvSpPr>
          <p:cNvPr id="20" name="Title 9">
            <a:extLst>
              <a:ext uri="{FF2B5EF4-FFF2-40B4-BE49-F238E27FC236}">
                <a16:creationId xmlns:a16="http://schemas.microsoft.com/office/drawing/2014/main" id="{3C121D4C-E3A8-57D8-A8C6-5CBDCF93EB01}"/>
              </a:ext>
            </a:extLst>
          </p:cNvPr>
          <p:cNvSpPr txBox="1">
            <a:spLocks/>
          </p:cNvSpPr>
          <p:nvPr/>
        </p:nvSpPr>
        <p:spPr>
          <a:xfrm>
            <a:off x="6450878" y="2227794"/>
            <a:ext cx="2264045" cy="341004"/>
          </a:xfrm>
          <a:prstGeom prst="rect">
            <a:avLst/>
          </a:prstGeom>
          <a:noFill/>
          <a:ln>
            <a:noFill/>
          </a:ln>
        </p:spPr>
        <p:txBody>
          <a:bodyPr spcFirstLastPara="1" wrap="square" lIns="91425" tIns="0"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1pPr>
            <a:lvl2pPr marR="0" lvl="1"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2pPr>
            <a:lvl3pPr marR="0" lvl="2"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3pPr>
            <a:lvl4pPr marR="0" lvl="3"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4pPr>
            <a:lvl5pPr marR="0" lvl="4"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5pPr>
            <a:lvl6pPr marR="0" lvl="5"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6pPr>
            <a:lvl7pPr marR="0" lvl="6"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7pPr>
            <a:lvl8pPr marR="0" lvl="7"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8pPr>
            <a:lvl9pPr marR="0" lvl="8" algn="ctr" rtl="0">
              <a:lnSpc>
                <a:spcPct val="100000"/>
              </a:lnSpc>
              <a:spcBef>
                <a:spcPts val="0"/>
              </a:spcBef>
              <a:spcAft>
                <a:spcPts val="0"/>
              </a:spcAft>
              <a:buClr>
                <a:schemeClr val="accent5"/>
              </a:buClr>
              <a:buSzPts val="4400"/>
              <a:buFont typeface="Titan One"/>
              <a:buNone/>
              <a:defRPr sz="4400" b="0" i="0" u="none" strike="noStrike" cap="none">
                <a:solidFill>
                  <a:schemeClr val="accent5"/>
                </a:solidFill>
                <a:latin typeface="Titan One"/>
                <a:ea typeface="Titan One"/>
                <a:cs typeface="Titan One"/>
                <a:sym typeface="Titan One"/>
              </a:defRPr>
            </a:lvl9pPr>
          </a:lstStyle>
          <a:p>
            <a:r>
              <a:rPr lang="en-US" sz="2000" dirty="0">
                <a:solidFill>
                  <a:srgbClr val="F5F7FA"/>
                </a:solidFill>
                <a:latin typeface="Cooper Black" panose="0208090404030B020404" pitchFamily="18" charset="0"/>
                <a:ea typeface="Georgia Pro Condensed"/>
                <a:cs typeface="Georgia Pro Condensed"/>
                <a:sym typeface="Georgia Pro Condensed"/>
              </a:rPr>
              <a:t>Player Turn</a:t>
            </a:r>
            <a:br>
              <a:rPr lang="en-US" sz="2800" spc="-95" dirty="0">
                <a:solidFill>
                  <a:srgbClr val="F5F7FA"/>
                </a:solidFill>
                <a:latin typeface="Georgia Pro Condensed"/>
                <a:ea typeface="Georgia Pro Condensed"/>
                <a:cs typeface="Georgia Pro Condensed"/>
                <a:sym typeface="Georgia Pro Condensed"/>
              </a:rPr>
            </a:b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80" name="Google Shape;580;p49"/>
          <p:cNvSpPr txBox="1">
            <a:spLocks noGrp="1"/>
          </p:cNvSpPr>
          <p:nvPr>
            <p:ph type="subTitle" idx="1"/>
          </p:nvPr>
        </p:nvSpPr>
        <p:spPr>
          <a:xfrm>
            <a:off x="719987" y="1858065"/>
            <a:ext cx="2276100" cy="929100"/>
          </a:xfrm>
          <a:prstGeom prst="rect">
            <a:avLst/>
          </a:prstGeom>
        </p:spPr>
        <p:txBody>
          <a:bodyPr spcFirstLastPara="1" wrap="square" lIns="91425" tIns="0" rIns="91425" bIns="91425" anchor="t" anchorCtr="0">
            <a:noAutofit/>
          </a:bodyPr>
          <a:lstStyle/>
          <a:p>
            <a:pPr marL="0" indent="0"/>
            <a:r>
              <a:rPr lang="en-US" spc="-30" dirty="0">
                <a:solidFill>
                  <a:srgbClr val="2A3E59"/>
                </a:solidFill>
                <a:latin typeface="Helvetica World"/>
                <a:ea typeface="Helvetica World"/>
                <a:cs typeface="Helvetica World"/>
                <a:sym typeface="Helvetica World"/>
              </a:rPr>
              <a:t>The game board is represented using </a:t>
            </a:r>
            <a:r>
              <a:rPr lang="en-US" b="1" spc="-30" dirty="0">
                <a:solidFill>
                  <a:srgbClr val="2A3E59"/>
                </a:solidFill>
                <a:latin typeface="Helvetica World Bold"/>
                <a:ea typeface="Helvetica World Bold"/>
                <a:cs typeface="Helvetica World Bold"/>
                <a:sym typeface="Helvetica World Bold"/>
              </a:rPr>
              <a:t>2D arrays</a:t>
            </a:r>
            <a:r>
              <a:rPr lang="en-US" spc="-30" dirty="0">
                <a:solidFill>
                  <a:srgbClr val="2A3E59"/>
                </a:solidFill>
                <a:latin typeface="Helvetica World"/>
                <a:ea typeface="Helvetica World"/>
                <a:cs typeface="Helvetica World"/>
                <a:sym typeface="Helvetica World"/>
              </a:rPr>
              <a:t>, allowing for efficient storage and access of cell states, such as empty, hit, or miss, for each grid position.</a:t>
            </a:r>
          </a:p>
          <a:p>
            <a:pPr marL="0" lvl="0" indent="0" algn="ctr" rtl="0">
              <a:spcBef>
                <a:spcPts val="0"/>
              </a:spcBef>
              <a:spcAft>
                <a:spcPts val="0"/>
              </a:spcAft>
              <a:buNone/>
            </a:pPr>
            <a:endParaRPr dirty="0"/>
          </a:p>
        </p:txBody>
      </p:sp>
      <p:sp>
        <p:nvSpPr>
          <p:cNvPr id="581" name="Google Shape;581;p49"/>
          <p:cNvSpPr txBox="1">
            <a:spLocks noGrp="1"/>
          </p:cNvSpPr>
          <p:nvPr>
            <p:ph type="subTitle" idx="2"/>
          </p:nvPr>
        </p:nvSpPr>
        <p:spPr>
          <a:xfrm>
            <a:off x="719987" y="1512394"/>
            <a:ext cx="2276100" cy="478800"/>
          </a:xfrm>
          <a:prstGeom prst="rect">
            <a:avLst/>
          </a:prstGeom>
        </p:spPr>
        <p:txBody>
          <a:bodyPr spcFirstLastPara="1" wrap="square" lIns="91425" tIns="0" rIns="91425" bIns="91425" anchor="t" anchorCtr="0">
            <a:noAutofit/>
          </a:bodyPr>
          <a:lstStyle/>
          <a:p>
            <a:pPr marL="0" indent="0"/>
            <a:r>
              <a:rPr lang="en-US" sz="1600" b="1" spc="-37" dirty="0">
                <a:latin typeface="Helvetica World Bold"/>
                <a:ea typeface="Helvetica World Bold"/>
                <a:cs typeface="Helvetica World Bold"/>
                <a:sym typeface="Helvetica World Bold"/>
              </a:rPr>
              <a:t>Board Arrays</a:t>
            </a:r>
          </a:p>
          <a:p>
            <a:pPr marL="0" lvl="0" indent="0" algn="ctr" rtl="0">
              <a:spcBef>
                <a:spcPts val="0"/>
              </a:spcBef>
              <a:spcAft>
                <a:spcPts val="0"/>
              </a:spcAft>
              <a:buNone/>
            </a:pPr>
            <a:endParaRPr sz="1600" dirty="0"/>
          </a:p>
        </p:txBody>
      </p:sp>
      <p:sp>
        <p:nvSpPr>
          <p:cNvPr id="582" name="Google Shape;582;p49"/>
          <p:cNvSpPr txBox="1">
            <a:spLocks noGrp="1"/>
          </p:cNvSpPr>
          <p:nvPr>
            <p:ph type="subTitle" idx="3"/>
          </p:nvPr>
        </p:nvSpPr>
        <p:spPr>
          <a:xfrm>
            <a:off x="3430465" y="1831916"/>
            <a:ext cx="2276100" cy="929100"/>
          </a:xfrm>
          <a:prstGeom prst="rect">
            <a:avLst/>
          </a:prstGeom>
        </p:spPr>
        <p:txBody>
          <a:bodyPr spcFirstLastPara="1" wrap="square" lIns="91425" tIns="0" rIns="91425" bIns="91425" anchor="t" anchorCtr="0">
            <a:noAutofit/>
          </a:bodyPr>
          <a:lstStyle/>
          <a:p>
            <a:pPr marL="0" indent="0"/>
            <a:r>
              <a:rPr lang="en-US" spc="-30" dirty="0">
                <a:solidFill>
                  <a:srgbClr val="2A3E59"/>
                </a:solidFill>
                <a:latin typeface="Helvetica World"/>
                <a:ea typeface="Helvetica World"/>
                <a:cs typeface="Helvetica World"/>
                <a:sym typeface="Helvetica World"/>
              </a:rPr>
              <a:t>Ships are defined using </a:t>
            </a:r>
            <a:r>
              <a:rPr lang="en-US" b="1" spc="-30" dirty="0">
                <a:solidFill>
                  <a:srgbClr val="2A3E59"/>
                </a:solidFill>
                <a:latin typeface="Helvetica World Bold"/>
                <a:ea typeface="Helvetica World Bold"/>
                <a:cs typeface="Helvetica World Bold"/>
                <a:sym typeface="Helvetica World Bold"/>
              </a:rPr>
              <a:t>structs</a:t>
            </a:r>
            <a:r>
              <a:rPr lang="en-US" spc="-30" dirty="0">
                <a:solidFill>
                  <a:srgbClr val="2A3E59"/>
                </a:solidFill>
                <a:latin typeface="Helvetica World"/>
                <a:ea typeface="Helvetica World"/>
                <a:cs typeface="Helvetica World"/>
                <a:sym typeface="Helvetica World"/>
              </a:rPr>
              <a:t>, which encapsulate properties such as size, position, and orientation, enabling organized and streamlined manipulation of ship-related data during gameplay.</a:t>
            </a:r>
          </a:p>
          <a:p>
            <a:pPr marL="0" lvl="0" indent="0" algn="ctr" rtl="0">
              <a:spcBef>
                <a:spcPts val="0"/>
              </a:spcBef>
              <a:spcAft>
                <a:spcPts val="0"/>
              </a:spcAft>
              <a:buNone/>
            </a:pPr>
            <a:endParaRPr dirty="0"/>
          </a:p>
        </p:txBody>
      </p:sp>
      <p:sp>
        <p:nvSpPr>
          <p:cNvPr id="583" name="Google Shape;583;p49"/>
          <p:cNvSpPr txBox="1">
            <a:spLocks noGrp="1"/>
          </p:cNvSpPr>
          <p:nvPr>
            <p:ph type="subTitle" idx="4"/>
          </p:nvPr>
        </p:nvSpPr>
        <p:spPr>
          <a:xfrm>
            <a:off x="3345404" y="1520060"/>
            <a:ext cx="2276100" cy="478800"/>
          </a:xfrm>
          <a:prstGeom prst="rect">
            <a:avLst/>
          </a:prstGeom>
        </p:spPr>
        <p:txBody>
          <a:bodyPr spcFirstLastPara="1" wrap="square" lIns="91425" tIns="0" rIns="91425" bIns="91425" anchor="t" anchorCtr="0">
            <a:noAutofit/>
          </a:bodyPr>
          <a:lstStyle/>
          <a:p>
            <a:pPr marL="0" indent="0"/>
            <a:r>
              <a:rPr lang="en-US" sz="1600" b="1" spc="-37" dirty="0">
                <a:latin typeface="Helvetica World Bold"/>
                <a:ea typeface="Helvetica World Bold"/>
                <a:cs typeface="Helvetica World Bold"/>
                <a:sym typeface="Helvetica World Bold"/>
              </a:rPr>
              <a:t>Ship Structs</a:t>
            </a:r>
          </a:p>
          <a:p>
            <a:pPr marL="0" lvl="0" indent="0" algn="ctr" rtl="0">
              <a:spcBef>
                <a:spcPts val="0"/>
              </a:spcBef>
              <a:spcAft>
                <a:spcPts val="0"/>
              </a:spcAft>
              <a:buNone/>
            </a:pPr>
            <a:endParaRPr dirty="0"/>
          </a:p>
        </p:txBody>
      </p:sp>
      <p:sp>
        <p:nvSpPr>
          <p:cNvPr id="584" name="Google Shape;584;p49"/>
          <p:cNvSpPr txBox="1">
            <a:spLocks noGrp="1"/>
          </p:cNvSpPr>
          <p:nvPr>
            <p:ph type="subTitle" idx="5"/>
          </p:nvPr>
        </p:nvSpPr>
        <p:spPr>
          <a:xfrm>
            <a:off x="6193586" y="1858065"/>
            <a:ext cx="2276100" cy="929100"/>
          </a:xfrm>
          <a:prstGeom prst="rect">
            <a:avLst/>
          </a:prstGeom>
        </p:spPr>
        <p:txBody>
          <a:bodyPr spcFirstLastPara="1" wrap="square" lIns="91425" tIns="0" rIns="91425" bIns="91425" anchor="t" anchorCtr="0">
            <a:noAutofit/>
          </a:bodyPr>
          <a:lstStyle/>
          <a:p>
            <a:pPr marL="0" indent="0"/>
            <a:r>
              <a:rPr lang="en-US" spc="-30" dirty="0">
                <a:solidFill>
                  <a:srgbClr val="2A3E59"/>
                </a:solidFill>
                <a:latin typeface="Helvetica World"/>
                <a:ea typeface="Helvetica World"/>
                <a:cs typeface="Helvetica World"/>
                <a:sym typeface="Helvetica World"/>
              </a:rPr>
              <a:t>The game logic utilizes </a:t>
            </a:r>
            <a:r>
              <a:rPr lang="en-US" b="1" spc="-30" dirty="0">
                <a:solidFill>
                  <a:srgbClr val="2A3E59"/>
                </a:solidFill>
                <a:latin typeface="Helvetica World Bold"/>
                <a:ea typeface="Helvetica World Bold"/>
                <a:cs typeface="Helvetica World Bold"/>
                <a:sym typeface="Helvetica World Bold"/>
              </a:rPr>
              <a:t>loops and conditions</a:t>
            </a:r>
            <a:r>
              <a:rPr lang="en-US" spc="-30" dirty="0">
                <a:solidFill>
                  <a:srgbClr val="2A3E59"/>
                </a:solidFill>
                <a:latin typeface="Helvetica World"/>
                <a:ea typeface="Helvetica World"/>
                <a:cs typeface="Helvetica World"/>
                <a:sym typeface="Helvetica World"/>
              </a:rPr>
              <a:t> to manage player turns, validate inputs, and evaluate game states, ensuring an engaging and interactive experience throughout each turn.</a:t>
            </a:r>
          </a:p>
          <a:p>
            <a:pPr marL="0" lvl="0" indent="0" algn="ctr" rtl="0">
              <a:spcBef>
                <a:spcPts val="0"/>
              </a:spcBef>
              <a:spcAft>
                <a:spcPts val="0"/>
              </a:spcAft>
              <a:buNone/>
            </a:pPr>
            <a:endParaRPr dirty="0"/>
          </a:p>
        </p:txBody>
      </p:sp>
      <p:sp>
        <p:nvSpPr>
          <p:cNvPr id="585" name="Google Shape;585;p49"/>
          <p:cNvSpPr txBox="1">
            <a:spLocks noGrp="1"/>
          </p:cNvSpPr>
          <p:nvPr>
            <p:ph type="subTitle" idx="6"/>
          </p:nvPr>
        </p:nvSpPr>
        <p:spPr>
          <a:xfrm>
            <a:off x="6193586" y="1512394"/>
            <a:ext cx="2276100" cy="478800"/>
          </a:xfrm>
          <a:prstGeom prst="rect">
            <a:avLst/>
          </a:prstGeom>
        </p:spPr>
        <p:txBody>
          <a:bodyPr spcFirstLastPara="1" wrap="square" lIns="91425" tIns="0" rIns="91425" bIns="91425" anchor="t" anchorCtr="0">
            <a:noAutofit/>
          </a:bodyPr>
          <a:lstStyle/>
          <a:p>
            <a:pPr marL="0" indent="0"/>
            <a:r>
              <a:rPr lang="en-US" sz="1600" b="1" spc="-37" dirty="0">
                <a:latin typeface="Helvetica World Bold"/>
                <a:ea typeface="Helvetica World Bold"/>
                <a:cs typeface="Helvetica World Bold"/>
                <a:sym typeface="Helvetica World Bold"/>
              </a:rPr>
              <a:t>Control Logic</a:t>
            </a:r>
          </a:p>
          <a:p>
            <a:pPr marL="0" lvl="0" indent="0" algn="ctr" rtl="0">
              <a:spcBef>
                <a:spcPts val="0"/>
              </a:spcBef>
              <a:spcAft>
                <a:spcPts val="0"/>
              </a:spcAft>
              <a:buNone/>
            </a:pPr>
            <a:endParaRPr dirty="0"/>
          </a:p>
        </p:txBody>
      </p:sp>
      <p:grpSp>
        <p:nvGrpSpPr>
          <p:cNvPr id="586" name="Google Shape;586;p49"/>
          <p:cNvGrpSpPr/>
          <p:nvPr/>
        </p:nvGrpSpPr>
        <p:grpSpPr>
          <a:xfrm>
            <a:off x="2446952" y="3626271"/>
            <a:ext cx="4255543" cy="1060171"/>
            <a:chOff x="1897700" y="1783430"/>
            <a:chExt cx="2365768" cy="589344"/>
          </a:xfrm>
        </p:grpSpPr>
        <p:sp>
          <p:nvSpPr>
            <p:cNvPr id="587" name="Google Shape;587;p49"/>
            <p:cNvSpPr/>
            <p:nvPr/>
          </p:nvSpPr>
          <p:spPr>
            <a:xfrm>
              <a:off x="2353935" y="1787201"/>
              <a:ext cx="1200626" cy="109864"/>
            </a:xfrm>
            <a:custGeom>
              <a:avLst/>
              <a:gdLst/>
              <a:ahLst/>
              <a:cxnLst/>
              <a:rect l="l" t="t" r="r" b="b"/>
              <a:pathLst>
                <a:path w="14008" h="1282" extrusionOk="0">
                  <a:moveTo>
                    <a:pt x="1" y="0"/>
                  </a:moveTo>
                  <a:lnTo>
                    <a:pt x="1" y="185"/>
                  </a:lnTo>
                  <a:lnTo>
                    <a:pt x="13381" y="185"/>
                  </a:lnTo>
                  <a:cubicBezTo>
                    <a:pt x="13524" y="185"/>
                    <a:pt x="13653" y="256"/>
                    <a:pt x="13738" y="370"/>
                  </a:cubicBezTo>
                  <a:cubicBezTo>
                    <a:pt x="13795" y="441"/>
                    <a:pt x="13823" y="541"/>
                    <a:pt x="13823" y="640"/>
                  </a:cubicBezTo>
                  <a:lnTo>
                    <a:pt x="13823" y="1281"/>
                  </a:lnTo>
                  <a:lnTo>
                    <a:pt x="14008" y="1281"/>
                  </a:lnTo>
                  <a:lnTo>
                    <a:pt x="14008" y="640"/>
                  </a:lnTo>
                  <a:cubicBezTo>
                    <a:pt x="14008" y="498"/>
                    <a:pt x="13966" y="370"/>
                    <a:pt x="13880" y="256"/>
                  </a:cubicBezTo>
                  <a:cubicBezTo>
                    <a:pt x="13766" y="99"/>
                    <a:pt x="13581" y="0"/>
                    <a:pt x="133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9"/>
            <p:cNvSpPr/>
            <p:nvPr/>
          </p:nvSpPr>
          <p:spPr>
            <a:xfrm>
              <a:off x="2439388" y="1871270"/>
              <a:ext cx="1020035" cy="14740"/>
            </a:xfrm>
            <a:custGeom>
              <a:avLst/>
              <a:gdLst/>
              <a:ahLst/>
              <a:cxnLst/>
              <a:rect l="l" t="t" r="r" b="b"/>
              <a:pathLst>
                <a:path w="11901" h="172" extrusionOk="0">
                  <a:moveTo>
                    <a:pt x="0" y="1"/>
                  </a:moveTo>
                  <a:lnTo>
                    <a:pt x="0" y="172"/>
                  </a:lnTo>
                  <a:lnTo>
                    <a:pt x="11901" y="172"/>
                  </a:lnTo>
                  <a:lnTo>
                    <a:pt x="119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9"/>
            <p:cNvSpPr/>
            <p:nvPr/>
          </p:nvSpPr>
          <p:spPr>
            <a:xfrm>
              <a:off x="1897700" y="2328811"/>
              <a:ext cx="1899762" cy="43963"/>
            </a:xfrm>
            <a:custGeom>
              <a:avLst/>
              <a:gdLst/>
              <a:ahLst/>
              <a:cxnLst/>
              <a:rect l="l" t="t" r="r" b="b"/>
              <a:pathLst>
                <a:path w="22165" h="513" extrusionOk="0">
                  <a:moveTo>
                    <a:pt x="15" y="0"/>
                  </a:moveTo>
                  <a:cubicBezTo>
                    <a:pt x="0" y="0"/>
                    <a:pt x="0" y="14"/>
                    <a:pt x="0" y="29"/>
                  </a:cubicBezTo>
                  <a:lnTo>
                    <a:pt x="0" y="498"/>
                  </a:lnTo>
                  <a:cubicBezTo>
                    <a:pt x="0" y="498"/>
                    <a:pt x="0" y="513"/>
                    <a:pt x="15" y="513"/>
                  </a:cubicBezTo>
                  <a:lnTo>
                    <a:pt x="22121" y="513"/>
                  </a:lnTo>
                  <a:cubicBezTo>
                    <a:pt x="22136" y="513"/>
                    <a:pt x="22164" y="498"/>
                    <a:pt x="22164" y="470"/>
                  </a:cubicBezTo>
                  <a:lnTo>
                    <a:pt x="221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9"/>
            <p:cNvSpPr/>
            <p:nvPr/>
          </p:nvSpPr>
          <p:spPr>
            <a:xfrm>
              <a:off x="1967297" y="2067775"/>
              <a:ext cx="2296171" cy="261120"/>
            </a:xfrm>
            <a:custGeom>
              <a:avLst/>
              <a:gdLst/>
              <a:ahLst/>
              <a:cxnLst/>
              <a:rect l="l" t="t" r="r" b="b"/>
              <a:pathLst>
                <a:path w="26790" h="3047" extrusionOk="0">
                  <a:moveTo>
                    <a:pt x="3046" y="0"/>
                  </a:moveTo>
                  <a:cubicBezTo>
                    <a:pt x="2064" y="0"/>
                    <a:pt x="1196" y="469"/>
                    <a:pt x="640" y="1181"/>
                  </a:cubicBezTo>
                  <a:cubicBezTo>
                    <a:pt x="228" y="1694"/>
                    <a:pt x="0" y="2348"/>
                    <a:pt x="0" y="3046"/>
                  </a:cubicBezTo>
                  <a:lnTo>
                    <a:pt x="21337" y="3046"/>
                  </a:lnTo>
                  <a:cubicBezTo>
                    <a:pt x="21337" y="3046"/>
                    <a:pt x="25167" y="2377"/>
                    <a:pt x="267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9"/>
            <p:cNvSpPr/>
            <p:nvPr/>
          </p:nvSpPr>
          <p:spPr>
            <a:xfrm>
              <a:off x="2228370" y="1987219"/>
              <a:ext cx="2035098" cy="80641"/>
            </a:xfrm>
            <a:custGeom>
              <a:avLst/>
              <a:gdLst/>
              <a:ahLst/>
              <a:cxnLst/>
              <a:rect l="l" t="t" r="r" b="b"/>
              <a:pathLst>
                <a:path w="23744" h="941" extrusionOk="0">
                  <a:moveTo>
                    <a:pt x="2821" y="0"/>
                  </a:moveTo>
                  <a:cubicBezTo>
                    <a:pt x="2507" y="0"/>
                    <a:pt x="932" y="46"/>
                    <a:pt x="0" y="940"/>
                  </a:cubicBezTo>
                  <a:lnTo>
                    <a:pt x="23744" y="940"/>
                  </a:lnTo>
                  <a:cubicBezTo>
                    <a:pt x="23744" y="940"/>
                    <a:pt x="22789" y="1"/>
                    <a:pt x="21381" y="1"/>
                  </a:cubicBezTo>
                  <a:lnTo>
                    <a:pt x="2876" y="1"/>
                  </a:lnTo>
                  <a:cubicBezTo>
                    <a:pt x="2876" y="1"/>
                    <a:pt x="2856" y="0"/>
                    <a:pt x="28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9"/>
            <p:cNvSpPr/>
            <p:nvPr/>
          </p:nvSpPr>
          <p:spPr>
            <a:xfrm>
              <a:off x="2251512" y="1783430"/>
              <a:ext cx="723564" cy="203874"/>
            </a:xfrm>
            <a:custGeom>
              <a:avLst/>
              <a:gdLst/>
              <a:ahLst/>
              <a:cxnLst/>
              <a:rect l="l" t="t" r="r" b="b"/>
              <a:pathLst>
                <a:path w="8442" h="2379" extrusionOk="0">
                  <a:moveTo>
                    <a:pt x="0" y="1"/>
                  </a:moveTo>
                  <a:lnTo>
                    <a:pt x="2378" y="2379"/>
                  </a:lnTo>
                  <a:lnTo>
                    <a:pt x="8442" y="2379"/>
                  </a:lnTo>
                  <a:cubicBezTo>
                    <a:pt x="4712" y="2379"/>
                    <a:pt x="1552" y="1"/>
                    <a:pt x="15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9"/>
            <p:cNvSpPr/>
            <p:nvPr/>
          </p:nvSpPr>
          <p:spPr>
            <a:xfrm>
              <a:off x="2534526" y="1790800"/>
              <a:ext cx="69682" cy="92810"/>
            </a:xfrm>
            <a:custGeom>
              <a:avLst/>
              <a:gdLst/>
              <a:ahLst/>
              <a:cxnLst/>
              <a:rect l="l" t="t" r="r" b="b"/>
              <a:pathLst>
                <a:path w="813" h="1083" extrusionOk="0">
                  <a:moveTo>
                    <a:pt x="143" y="0"/>
                  </a:moveTo>
                  <a:lnTo>
                    <a:pt x="1" y="101"/>
                  </a:lnTo>
                  <a:lnTo>
                    <a:pt x="670" y="1082"/>
                  </a:lnTo>
                  <a:lnTo>
                    <a:pt x="813" y="968"/>
                  </a:lnTo>
                  <a:lnTo>
                    <a:pt x="1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9"/>
            <p:cNvSpPr/>
            <p:nvPr/>
          </p:nvSpPr>
          <p:spPr>
            <a:xfrm>
              <a:off x="2633436" y="1790800"/>
              <a:ext cx="70796" cy="92810"/>
            </a:xfrm>
            <a:custGeom>
              <a:avLst/>
              <a:gdLst/>
              <a:ahLst/>
              <a:cxnLst/>
              <a:rect l="l" t="t" r="r" b="b"/>
              <a:pathLst>
                <a:path w="826" h="1083" extrusionOk="0">
                  <a:moveTo>
                    <a:pt x="156" y="0"/>
                  </a:moveTo>
                  <a:lnTo>
                    <a:pt x="0" y="101"/>
                  </a:lnTo>
                  <a:lnTo>
                    <a:pt x="669" y="1082"/>
                  </a:lnTo>
                  <a:lnTo>
                    <a:pt x="826" y="968"/>
                  </a:lnTo>
                  <a:lnTo>
                    <a:pt x="15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9"/>
            <p:cNvSpPr/>
            <p:nvPr/>
          </p:nvSpPr>
          <p:spPr>
            <a:xfrm>
              <a:off x="2732174" y="1790800"/>
              <a:ext cx="70882" cy="92810"/>
            </a:xfrm>
            <a:custGeom>
              <a:avLst/>
              <a:gdLst/>
              <a:ahLst/>
              <a:cxnLst/>
              <a:rect l="l" t="t" r="r" b="b"/>
              <a:pathLst>
                <a:path w="827" h="1083" extrusionOk="0">
                  <a:moveTo>
                    <a:pt x="158" y="0"/>
                  </a:moveTo>
                  <a:lnTo>
                    <a:pt x="1" y="101"/>
                  </a:lnTo>
                  <a:lnTo>
                    <a:pt x="670" y="1082"/>
                  </a:lnTo>
                  <a:lnTo>
                    <a:pt x="826" y="968"/>
                  </a:lnTo>
                  <a:lnTo>
                    <a:pt x="15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9"/>
            <p:cNvSpPr/>
            <p:nvPr/>
          </p:nvSpPr>
          <p:spPr>
            <a:xfrm>
              <a:off x="2832198" y="1790800"/>
              <a:ext cx="69682" cy="92810"/>
            </a:xfrm>
            <a:custGeom>
              <a:avLst/>
              <a:gdLst/>
              <a:ahLst/>
              <a:cxnLst/>
              <a:rect l="l" t="t" r="r" b="b"/>
              <a:pathLst>
                <a:path w="813" h="1083" extrusionOk="0">
                  <a:moveTo>
                    <a:pt x="143" y="0"/>
                  </a:moveTo>
                  <a:lnTo>
                    <a:pt x="1" y="101"/>
                  </a:lnTo>
                  <a:lnTo>
                    <a:pt x="670" y="1082"/>
                  </a:lnTo>
                  <a:lnTo>
                    <a:pt x="813" y="968"/>
                  </a:lnTo>
                  <a:lnTo>
                    <a:pt x="1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9"/>
            <p:cNvSpPr/>
            <p:nvPr/>
          </p:nvSpPr>
          <p:spPr>
            <a:xfrm>
              <a:off x="2931107" y="1790800"/>
              <a:ext cx="69597" cy="92810"/>
            </a:xfrm>
            <a:custGeom>
              <a:avLst/>
              <a:gdLst/>
              <a:ahLst/>
              <a:cxnLst/>
              <a:rect l="l" t="t" r="r" b="b"/>
              <a:pathLst>
                <a:path w="812" h="1083" extrusionOk="0">
                  <a:moveTo>
                    <a:pt x="143" y="0"/>
                  </a:moveTo>
                  <a:lnTo>
                    <a:pt x="0" y="101"/>
                  </a:lnTo>
                  <a:lnTo>
                    <a:pt x="669" y="1082"/>
                  </a:lnTo>
                  <a:lnTo>
                    <a:pt x="811" y="968"/>
                  </a:lnTo>
                  <a:lnTo>
                    <a:pt x="1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9"/>
            <p:cNvSpPr/>
            <p:nvPr/>
          </p:nvSpPr>
          <p:spPr>
            <a:xfrm>
              <a:off x="3029845" y="1790800"/>
              <a:ext cx="69682" cy="92810"/>
            </a:xfrm>
            <a:custGeom>
              <a:avLst/>
              <a:gdLst/>
              <a:ahLst/>
              <a:cxnLst/>
              <a:rect l="l" t="t" r="r" b="b"/>
              <a:pathLst>
                <a:path w="813" h="1083" extrusionOk="0">
                  <a:moveTo>
                    <a:pt x="158" y="0"/>
                  </a:moveTo>
                  <a:lnTo>
                    <a:pt x="1" y="101"/>
                  </a:lnTo>
                  <a:lnTo>
                    <a:pt x="670" y="1082"/>
                  </a:lnTo>
                  <a:lnTo>
                    <a:pt x="813" y="968"/>
                  </a:lnTo>
                  <a:lnTo>
                    <a:pt x="15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9"/>
            <p:cNvSpPr/>
            <p:nvPr/>
          </p:nvSpPr>
          <p:spPr>
            <a:xfrm>
              <a:off x="3128754" y="1790800"/>
              <a:ext cx="70882" cy="92810"/>
            </a:xfrm>
            <a:custGeom>
              <a:avLst/>
              <a:gdLst/>
              <a:ahLst/>
              <a:cxnLst/>
              <a:rect l="l" t="t" r="r" b="b"/>
              <a:pathLst>
                <a:path w="827" h="1083" extrusionOk="0">
                  <a:moveTo>
                    <a:pt x="156" y="0"/>
                  </a:moveTo>
                  <a:lnTo>
                    <a:pt x="0" y="101"/>
                  </a:lnTo>
                  <a:lnTo>
                    <a:pt x="669" y="1082"/>
                  </a:lnTo>
                  <a:lnTo>
                    <a:pt x="826" y="968"/>
                  </a:lnTo>
                  <a:lnTo>
                    <a:pt x="15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9"/>
            <p:cNvSpPr/>
            <p:nvPr/>
          </p:nvSpPr>
          <p:spPr>
            <a:xfrm>
              <a:off x="3227492" y="1790800"/>
              <a:ext cx="70882" cy="92810"/>
            </a:xfrm>
            <a:custGeom>
              <a:avLst/>
              <a:gdLst/>
              <a:ahLst/>
              <a:cxnLst/>
              <a:rect l="l" t="t" r="r" b="b"/>
              <a:pathLst>
                <a:path w="827" h="1083" extrusionOk="0">
                  <a:moveTo>
                    <a:pt x="158" y="0"/>
                  </a:moveTo>
                  <a:lnTo>
                    <a:pt x="1" y="101"/>
                  </a:lnTo>
                  <a:lnTo>
                    <a:pt x="671" y="1082"/>
                  </a:lnTo>
                  <a:lnTo>
                    <a:pt x="827" y="968"/>
                  </a:lnTo>
                  <a:lnTo>
                    <a:pt x="15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9"/>
            <p:cNvSpPr/>
            <p:nvPr/>
          </p:nvSpPr>
          <p:spPr>
            <a:xfrm>
              <a:off x="3327602" y="1790800"/>
              <a:ext cx="69682" cy="92810"/>
            </a:xfrm>
            <a:custGeom>
              <a:avLst/>
              <a:gdLst/>
              <a:ahLst/>
              <a:cxnLst/>
              <a:rect l="l" t="t" r="r" b="b"/>
              <a:pathLst>
                <a:path w="813" h="1083" extrusionOk="0">
                  <a:moveTo>
                    <a:pt x="143" y="0"/>
                  </a:moveTo>
                  <a:lnTo>
                    <a:pt x="0" y="101"/>
                  </a:lnTo>
                  <a:lnTo>
                    <a:pt x="670" y="1082"/>
                  </a:lnTo>
                  <a:lnTo>
                    <a:pt x="812" y="968"/>
                  </a:lnTo>
                  <a:lnTo>
                    <a:pt x="1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9"/>
            <p:cNvSpPr/>
            <p:nvPr/>
          </p:nvSpPr>
          <p:spPr>
            <a:xfrm>
              <a:off x="3426426" y="1790800"/>
              <a:ext cx="69597" cy="92810"/>
            </a:xfrm>
            <a:custGeom>
              <a:avLst/>
              <a:gdLst/>
              <a:ahLst/>
              <a:cxnLst/>
              <a:rect l="l" t="t" r="r" b="b"/>
              <a:pathLst>
                <a:path w="812" h="1083" extrusionOk="0">
                  <a:moveTo>
                    <a:pt x="143" y="0"/>
                  </a:moveTo>
                  <a:lnTo>
                    <a:pt x="1" y="101"/>
                  </a:lnTo>
                  <a:lnTo>
                    <a:pt x="669" y="1082"/>
                  </a:lnTo>
                  <a:lnTo>
                    <a:pt x="812" y="968"/>
                  </a:lnTo>
                  <a:lnTo>
                    <a:pt x="1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9"/>
            <p:cNvSpPr/>
            <p:nvPr/>
          </p:nvSpPr>
          <p:spPr>
            <a:xfrm>
              <a:off x="2641921" y="1822165"/>
              <a:ext cx="1094517" cy="165139"/>
            </a:xfrm>
            <a:custGeom>
              <a:avLst/>
              <a:gdLst/>
              <a:ahLst/>
              <a:cxnLst/>
              <a:rect l="l" t="t" r="r" b="b"/>
              <a:pathLst>
                <a:path w="12770" h="1927" extrusionOk="0">
                  <a:moveTo>
                    <a:pt x="7877" y="0"/>
                  </a:moveTo>
                  <a:cubicBezTo>
                    <a:pt x="7215" y="0"/>
                    <a:pt x="6547" y="91"/>
                    <a:pt x="5893" y="275"/>
                  </a:cubicBezTo>
                  <a:lnTo>
                    <a:pt x="5225" y="460"/>
                  </a:lnTo>
                  <a:lnTo>
                    <a:pt x="5068" y="503"/>
                  </a:lnTo>
                  <a:lnTo>
                    <a:pt x="2363" y="1272"/>
                  </a:lnTo>
                  <a:lnTo>
                    <a:pt x="2207" y="1314"/>
                  </a:lnTo>
                  <a:lnTo>
                    <a:pt x="0" y="1927"/>
                  </a:lnTo>
                  <a:lnTo>
                    <a:pt x="12769" y="1927"/>
                  </a:lnTo>
                  <a:cubicBezTo>
                    <a:pt x="12371" y="1557"/>
                    <a:pt x="11929" y="1229"/>
                    <a:pt x="11460" y="959"/>
                  </a:cubicBezTo>
                  <a:cubicBezTo>
                    <a:pt x="11289" y="873"/>
                    <a:pt x="11118" y="773"/>
                    <a:pt x="10947" y="688"/>
                  </a:cubicBezTo>
                  <a:cubicBezTo>
                    <a:pt x="10904" y="674"/>
                    <a:pt x="10876" y="659"/>
                    <a:pt x="10833" y="646"/>
                  </a:cubicBezTo>
                  <a:cubicBezTo>
                    <a:pt x="10477" y="475"/>
                    <a:pt x="10107" y="346"/>
                    <a:pt x="9723" y="247"/>
                  </a:cubicBezTo>
                  <a:cubicBezTo>
                    <a:pt x="9566" y="204"/>
                    <a:pt x="9410" y="162"/>
                    <a:pt x="9253" y="133"/>
                  </a:cubicBezTo>
                  <a:cubicBezTo>
                    <a:pt x="8802" y="45"/>
                    <a:pt x="8341" y="0"/>
                    <a:pt x="78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9"/>
            <p:cNvSpPr/>
            <p:nvPr/>
          </p:nvSpPr>
          <p:spPr>
            <a:xfrm>
              <a:off x="2022151" y="2067775"/>
              <a:ext cx="1558122" cy="261120"/>
            </a:xfrm>
            <a:custGeom>
              <a:avLst/>
              <a:gdLst/>
              <a:ahLst/>
              <a:cxnLst/>
              <a:rect l="l" t="t" r="r" b="b"/>
              <a:pathLst>
                <a:path w="18179" h="3047" extrusionOk="0">
                  <a:moveTo>
                    <a:pt x="2406" y="0"/>
                  </a:moveTo>
                  <a:cubicBezTo>
                    <a:pt x="1424" y="0"/>
                    <a:pt x="556" y="469"/>
                    <a:pt x="0" y="1181"/>
                  </a:cubicBezTo>
                  <a:lnTo>
                    <a:pt x="0" y="1196"/>
                  </a:lnTo>
                  <a:lnTo>
                    <a:pt x="15914" y="1196"/>
                  </a:lnTo>
                  <a:lnTo>
                    <a:pt x="14933" y="3046"/>
                  </a:lnTo>
                  <a:lnTo>
                    <a:pt x="16569" y="3046"/>
                  </a:lnTo>
                  <a:lnTo>
                    <a:pt x="17552" y="1196"/>
                  </a:lnTo>
                  <a:lnTo>
                    <a:pt x="181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 name="Group 6">
            <a:extLst>
              <a:ext uri="{FF2B5EF4-FFF2-40B4-BE49-F238E27FC236}">
                <a16:creationId xmlns:a16="http://schemas.microsoft.com/office/drawing/2014/main" id="{50F90C68-50BE-A3DD-5BF9-7D64E1A6FD8B}"/>
              </a:ext>
            </a:extLst>
          </p:cNvPr>
          <p:cNvGrpSpPr/>
          <p:nvPr/>
        </p:nvGrpSpPr>
        <p:grpSpPr>
          <a:xfrm>
            <a:off x="803417" y="-291453"/>
            <a:ext cx="7917618" cy="1271107"/>
            <a:chOff x="7037812" y="316600"/>
            <a:chExt cx="10556824" cy="1694810"/>
          </a:xfrm>
        </p:grpSpPr>
        <p:sp>
          <p:nvSpPr>
            <p:cNvPr id="6" name="TextBox 7">
              <a:extLst>
                <a:ext uri="{FF2B5EF4-FFF2-40B4-BE49-F238E27FC236}">
                  <a16:creationId xmlns:a16="http://schemas.microsoft.com/office/drawing/2014/main" id="{DD8D1218-86F3-7121-881E-E0D45CBD3372}"/>
                </a:ext>
              </a:extLst>
            </p:cNvPr>
            <p:cNvSpPr txBox="1"/>
            <p:nvPr/>
          </p:nvSpPr>
          <p:spPr>
            <a:xfrm>
              <a:off x="7037812" y="316600"/>
              <a:ext cx="10535920" cy="1504943"/>
            </a:xfrm>
            <a:prstGeom prst="rect">
              <a:avLst/>
            </a:prstGeom>
          </p:spPr>
          <p:txBody>
            <a:bodyPr wrap="square" lIns="0" tIns="0" rIns="0" bIns="0" rtlCol="0" anchor="t">
              <a:spAutoFit/>
            </a:bodyPr>
            <a:lstStyle/>
            <a:p>
              <a:pPr marL="0" lvl="0" indent="0" algn="l">
                <a:lnSpc>
                  <a:spcPts val="10400"/>
                </a:lnSpc>
              </a:pPr>
              <a:r>
                <a:rPr lang="en-US" sz="4400" spc="-150" dirty="0">
                  <a:solidFill>
                    <a:schemeClr val="accent4"/>
                  </a:solidFill>
                  <a:latin typeface="Titan One" panose="020B0604020202020204" charset="0"/>
                  <a:ea typeface="Georgia Pro Condensed"/>
                  <a:cs typeface="Georgia Pro Condensed"/>
                  <a:sym typeface="Georgia Pro Condensed"/>
                </a:rPr>
                <a:t>Data</a:t>
              </a:r>
              <a:r>
                <a:rPr lang="en-US" sz="4400" spc="-240" dirty="0">
                  <a:solidFill>
                    <a:schemeClr val="accent4"/>
                  </a:solidFill>
                  <a:latin typeface="Titan One" panose="020B0604020202020204" charset="0"/>
                  <a:ea typeface="Georgia Pro Condensed"/>
                  <a:cs typeface="Georgia Pro Condensed"/>
                  <a:sym typeface="Georgia Pro Condensed"/>
                </a:rPr>
                <a:t> </a:t>
              </a:r>
              <a:r>
                <a:rPr lang="en-US" sz="4400" spc="-150" dirty="0">
                  <a:solidFill>
                    <a:schemeClr val="accent4"/>
                  </a:solidFill>
                  <a:latin typeface="Titan One" panose="020B0604020202020204" charset="0"/>
                  <a:ea typeface="Georgia Pro Condensed"/>
                  <a:cs typeface="Georgia Pro Condensed"/>
                  <a:sym typeface="Georgia Pro Condensed"/>
                </a:rPr>
                <a:t>Structures</a:t>
              </a:r>
            </a:p>
          </p:txBody>
        </p:sp>
        <p:sp>
          <p:nvSpPr>
            <p:cNvPr id="7" name="TextBox 8">
              <a:extLst>
                <a:ext uri="{FF2B5EF4-FFF2-40B4-BE49-F238E27FC236}">
                  <a16:creationId xmlns:a16="http://schemas.microsoft.com/office/drawing/2014/main" id="{8917CAA3-2170-74CD-2F7F-713E6B6F6983}"/>
                </a:ext>
              </a:extLst>
            </p:cNvPr>
            <p:cNvSpPr txBox="1"/>
            <p:nvPr/>
          </p:nvSpPr>
          <p:spPr>
            <a:xfrm>
              <a:off x="7058716" y="1579923"/>
              <a:ext cx="10535920" cy="431487"/>
            </a:xfrm>
            <a:prstGeom prst="rect">
              <a:avLst/>
            </a:prstGeom>
          </p:spPr>
          <p:txBody>
            <a:bodyPr wrap="square" lIns="0" tIns="0" rIns="0" bIns="0" rtlCol="0" anchor="t">
              <a:spAutoFit/>
            </a:bodyPr>
            <a:lstStyle/>
            <a:p>
              <a:pPr marL="0" lvl="0" indent="0" algn="l">
                <a:lnSpc>
                  <a:spcPts val="3000"/>
                </a:lnSpc>
                <a:spcBef>
                  <a:spcPct val="0"/>
                </a:spcBef>
              </a:pPr>
              <a:r>
                <a:rPr lang="en-US" sz="1200" b="1" spc="-37" dirty="0">
                  <a:solidFill>
                    <a:srgbClr val="2A3E59"/>
                  </a:solidFill>
                  <a:latin typeface="Helvetica World Bold"/>
                  <a:ea typeface="Helvetica World Bold"/>
                  <a:cs typeface="Helvetica World Bold"/>
                  <a:sym typeface="Helvetica World Bold"/>
                </a:rPr>
                <a:t>Core Logic for the Game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48"/>
          <p:cNvSpPr txBox="1">
            <a:spLocks noGrp="1"/>
          </p:cNvSpPr>
          <p:nvPr>
            <p:ph type="subTitle" idx="13"/>
          </p:nvPr>
        </p:nvSpPr>
        <p:spPr>
          <a:xfrm>
            <a:off x="6309103" y="1936069"/>
            <a:ext cx="2204100" cy="484800"/>
          </a:xfrm>
          <a:prstGeom prst="rect">
            <a:avLst/>
          </a:prstGeom>
        </p:spPr>
        <p:txBody>
          <a:bodyPr spcFirstLastPara="1" wrap="square" lIns="91425" tIns="0" rIns="91425" bIns="91425" anchor="t" anchorCtr="0">
            <a:noAutofit/>
          </a:bodyPr>
          <a:lstStyle/>
          <a:p>
            <a:pPr marL="0" indent="0"/>
            <a:r>
              <a:rPr lang="en-US" spc="-25" dirty="0">
                <a:latin typeface="Lato" panose="020F0502020204030203" pitchFamily="34" charset="0"/>
                <a:ea typeface="Lato" panose="020F0502020204030203" pitchFamily="34" charset="0"/>
                <a:cs typeface="Lato" panose="020F0502020204030203" pitchFamily="34" charset="0"/>
                <a:sym typeface="Helvetica World"/>
              </a:rPr>
              <a:t>Input is validated to ensure correct format, improving user experience and gameplay integrity.</a:t>
            </a:r>
          </a:p>
          <a:p>
            <a:pPr marL="0" lvl="0" indent="0" algn="ctr" rtl="0">
              <a:spcBef>
                <a:spcPts val="0"/>
              </a:spcBef>
              <a:spcAft>
                <a:spcPts val="0"/>
              </a:spcAft>
              <a:buNone/>
            </a:pPr>
            <a:endParaRPr dirty="0"/>
          </a:p>
        </p:txBody>
      </p:sp>
      <p:sp>
        <p:nvSpPr>
          <p:cNvPr id="555" name="Google Shape;555;p48"/>
          <p:cNvSpPr txBox="1">
            <a:spLocks noGrp="1"/>
          </p:cNvSpPr>
          <p:nvPr>
            <p:ph type="title" idx="9"/>
          </p:nvPr>
        </p:nvSpPr>
        <p:spPr>
          <a:xfrm>
            <a:off x="6309103" y="880668"/>
            <a:ext cx="2204100" cy="5277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 dirty="0"/>
              <a:t>Input Validation</a:t>
            </a:r>
            <a:endParaRPr dirty="0"/>
          </a:p>
        </p:txBody>
      </p:sp>
      <p:sp>
        <p:nvSpPr>
          <p:cNvPr id="558" name="Google Shape;558;p48"/>
          <p:cNvSpPr txBox="1">
            <a:spLocks noGrp="1"/>
          </p:cNvSpPr>
          <p:nvPr>
            <p:ph type="title" idx="2"/>
          </p:nvPr>
        </p:nvSpPr>
        <p:spPr>
          <a:xfrm>
            <a:off x="809289" y="880668"/>
            <a:ext cx="2204100" cy="5277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IN" dirty="0"/>
              <a:t>Ship Placement</a:t>
            </a:r>
            <a:endParaRPr dirty="0"/>
          </a:p>
        </p:txBody>
      </p:sp>
      <p:sp>
        <p:nvSpPr>
          <p:cNvPr id="559" name="Google Shape;559;p48"/>
          <p:cNvSpPr txBox="1">
            <a:spLocks noGrp="1"/>
          </p:cNvSpPr>
          <p:nvPr>
            <p:ph type="subTitle" idx="1"/>
          </p:nvPr>
        </p:nvSpPr>
        <p:spPr>
          <a:xfrm>
            <a:off x="809289" y="1838503"/>
            <a:ext cx="2204100" cy="484800"/>
          </a:xfrm>
          <a:prstGeom prst="rect">
            <a:avLst/>
          </a:prstGeom>
        </p:spPr>
        <p:txBody>
          <a:bodyPr spcFirstLastPara="1" wrap="square" lIns="91425" tIns="0" rIns="91425" bIns="91425" anchor="t" anchorCtr="0">
            <a:noAutofit/>
          </a:bodyPr>
          <a:lstStyle/>
          <a:p>
            <a:pPr marL="0" indent="0"/>
            <a:r>
              <a:rPr lang="en-US" spc="-25" dirty="0">
                <a:latin typeface="Lato" panose="020F0502020204030203" pitchFamily="34" charset="0"/>
                <a:ea typeface="Lato" panose="020F0502020204030203" pitchFamily="34" charset="0"/>
                <a:cs typeface="Lato" panose="020F0502020204030203" pitchFamily="34" charset="0"/>
                <a:sym typeface="Helvetica World"/>
              </a:rPr>
              <a:t>Ships are randomly placed on the board, enhancing the challenge and unpredictability of the game.</a:t>
            </a:r>
          </a:p>
          <a:p>
            <a:pPr marL="0" lvl="0" indent="0" algn="ctr" rtl="0">
              <a:spcBef>
                <a:spcPts val="0"/>
              </a:spcBef>
              <a:spcAft>
                <a:spcPts val="0"/>
              </a:spcAft>
              <a:buNone/>
            </a:pPr>
            <a:endParaRPr dirty="0"/>
          </a:p>
        </p:txBody>
      </p:sp>
      <p:sp>
        <p:nvSpPr>
          <p:cNvPr id="560" name="Google Shape;560;p48"/>
          <p:cNvSpPr txBox="1">
            <a:spLocks noGrp="1"/>
          </p:cNvSpPr>
          <p:nvPr>
            <p:ph type="title" idx="3"/>
          </p:nvPr>
        </p:nvSpPr>
        <p:spPr>
          <a:xfrm>
            <a:off x="3630935" y="880668"/>
            <a:ext cx="2204100" cy="5277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IN" dirty="0"/>
              <a:t>Hit/Miss Logic</a:t>
            </a:r>
            <a:endParaRPr dirty="0"/>
          </a:p>
        </p:txBody>
      </p:sp>
      <p:sp>
        <p:nvSpPr>
          <p:cNvPr id="561" name="Google Shape;561;p48"/>
          <p:cNvSpPr txBox="1">
            <a:spLocks noGrp="1"/>
          </p:cNvSpPr>
          <p:nvPr>
            <p:ph type="subTitle" idx="4"/>
          </p:nvPr>
        </p:nvSpPr>
        <p:spPr>
          <a:xfrm>
            <a:off x="3559196" y="1896433"/>
            <a:ext cx="2204100" cy="484800"/>
          </a:xfrm>
          <a:prstGeom prst="rect">
            <a:avLst/>
          </a:prstGeom>
        </p:spPr>
        <p:txBody>
          <a:bodyPr spcFirstLastPara="1" wrap="square" lIns="91425" tIns="0" rIns="91425" bIns="91425" anchor="t" anchorCtr="0">
            <a:noAutofit/>
          </a:bodyPr>
          <a:lstStyle/>
          <a:p>
            <a:pPr marL="0" indent="0"/>
            <a:r>
              <a:rPr lang="en-US" spc="-25" dirty="0">
                <a:latin typeface="Lato" panose="020F0502020204030203" pitchFamily="34" charset="0"/>
                <a:ea typeface="Lato" panose="020F0502020204030203" pitchFamily="34" charset="0"/>
                <a:cs typeface="Lato" panose="020F0502020204030203" pitchFamily="34" charset="0"/>
                <a:sym typeface="Helvetica World"/>
              </a:rPr>
              <a:t>The game uses a clear logic system to determine whether a player's guess hits or misses a ship.</a:t>
            </a:r>
          </a:p>
          <a:p>
            <a:pPr marL="0" lvl="0" indent="0" algn="ctr" rtl="0">
              <a:spcBef>
                <a:spcPts val="0"/>
              </a:spcBef>
              <a:spcAft>
                <a:spcPts val="0"/>
              </a:spcAft>
              <a:buNone/>
            </a:pPr>
            <a:endParaRPr dirty="0"/>
          </a:p>
        </p:txBody>
      </p:sp>
      <p:grpSp>
        <p:nvGrpSpPr>
          <p:cNvPr id="14" name="Google Shape;463;p44">
            <a:extLst>
              <a:ext uri="{FF2B5EF4-FFF2-40B4-BE49-F238E27FC236}">
                <a16:creationId xmlns:a16="http://schemas.microsoft.com/office/drawing/2014/main" id="{D5E1DB45-AFD0-BEF5-811B-AA72A394619E}"/>
              </a:ext>
            </a:extLst>
          </p:cNvPr>
          <p:cNvGrpSpPr/>
          <p:nvPr/>
        </p:nvGrpSpPr>
        <p:grpSpPr>
          <a:xfrm>
            <a:off x="4930596" y="2815783"/>
            <a:ext cx="4213404" cy="1575063"/>
            <a:chOff x="4126225" y="-2295850"/>
            <a:chExt cx="3307744" cy="1236507"/>
          </a:xfrm>
        </p:grpSpPr>
        <p:sp>
          <p:nvSpPr>
            <p:cNvPr id="15" name="Google Shape;464;p44">
              <a:extLst>
                <a:ext uri="{FF2B5EF4-FFF2-40B4-BE49-F238E27FC236}">
                  <a16:creationId xmlns:a16="http://schemas.microsoft.com/office/drawing/2014/main" id="{5611C261-5BE6-9968-F16C-F3C1F32A2866}"/>
                </a:ext>
              </a:extLst>
            </p:cNvPr>
            <p:cNvSpPr/>
            <p:nvPr/>
          </p:nvSpPr>
          <p:spPr>
            <a:xfrm>
              <a:off x="6283589" y="-2295850"/>
              <a:ext cx="268547" cy="372799"/>
            </a:xfrm>
            <a:custGeom>
              <a:avLst/>
              <a:gdLst/>
              <a:ahLst/>
              <a:cxnLst/>
              <a:rect l="l" t="t" r="r" b="b"/>
              <a:pathLst>
                <a:path w="3815" h="5296" extrusionOk="0">
                  <a:moveTo>
                    <a:pt x="0" y="0"/>
                  </a:moveTo>
                  <a:lnTo>
                    <a:pt x="0" y="5295"/>
                  </a:lnTo>
                  <a:lnTo>
                    <a:pt x="3815" y="5295"/>
                  </a:lnTo>
                  <a:lnTo>
                    <a:pt x="38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65;p44">
              <a:extLst>
                <a:ext uri="{FF2B5EF4-FFF2-40B4-BE49-F238E27FC236}">
                  <a16:creationId xmlns:a16="http://schemas.microsoft.com/office/drawing/2014/main" id="{7A269DC4-3489-B88E-ADAA-29B4BD795524}"/>
                </a:ext>
              </a:extLst>
            </p:cNvPr>
            <p:cNvSpPr/>
            <p:nvPr/>
          </p:nvSpPr>
          <p:spPr>
            <a:xfrm>
              <a:off x="6283589" y="-2238692"/>
              <a:ext cx="268547" cy="42095"/>
            </a:xfrm>
            <a:custGeom>
              <a:avLst/>
              <a:gdLst/>
              <a:ahLst/>
              <a:cxnLst/>
              <a:rect l="l" t="t" r="r" b="b"/>
              <a:pathLst>
                <a:path w="3815" h="598" extrusionOk="0">
                  <a:moveTo>
                    <a:pt x="0" y="0"/>
                  </a:moveTo>
                  <a:lnTo>
                    <a:pt x="0" y="598"/>
                  </a:lnTo>
                  <a:lnTo>
                    <a:pt x="3815" y="598"/>
                  </a:lnTo>
                  <a:lnTo>
                    <a:pt x="38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66;p44">
              <a:extLst>
                <a:ext uri="{FF2B5EF4-FFF2-40B4-BE49-F238E27FC236}">
                  <a16:creationId xmlns:a16="http://schemas.microsoft.com/office/drawing/2014/main" id="{9FC81EF6-4D2C-CC57-9717-CC64B9C3A7DE}"/>
                </a:ext>
              </a:extLst>
            </p:cNvPr>
            <p:cNvSpPr/>
            <p:nvPr/>
          </p:nvSpPr>
          <p:spPr>
            <a:xfrm>
              <a:off x="6283589" y="-2180619"/>
              <a:ext cx="268547" cy="21118"/>
            </a:xfrm>
            <a:custGeom>
              <a:avLst/>
              <a:gdLst/>
              <a:ahLst/>
              <a:cxnLst/>
              <a:rect l="l" t="t" r="r" b="b"/>
              <a:pathLst>
                <a:path w="3815" h="300" extrusionOk="0">
                  <a:moveTo>
                    <a:pt x="0" y="1"/>
                  </a:moveTo>
                  <a:lnTo>
                    <a:pt x="0" y="299"/>
                  </a:lnTo>
                  <a:lnTo>
                    <a:pt x="3815" y="299"/>
                  </a:lnTo>
                  <a:lnTo>
                    <a:pt x="38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67;p44">
              <a:extLst>
                <a:ext uri="{FF2B5EF4-FFF2-40B4-BE49-F238E27FC236}">
                  <a16:creationId xmlns:a16="http://schemas.microsoft.com/office/drawing/2014/main" id="{0C550742-B590-0188-6637-2ED7FC64E537}"/>
                </a:ext>
              </a:extLst>
            </p:cNvPr>
            <p:cNvSpPr/>
            <p:nvPr/>
          </p:nvSpPr>
          <p:spPr>
            <a:xfrm>
              <a:off x="4903771" y="-1920099"/>
              <a:ext cx="2144367" cy="566167"/>
            </a:xfrm>
            <a:custGeom>
              <a:avLst/>
              <a:gdLst/>
              <a:ahLst/>
              <a:cxnLst/>
              <a:rect l="l" t="t" r="r" b="b"/>
              <a:pathLst>
                <a:path w="30463" h="8043" extrusionOk="0">
                  <a:moveTo>
                    <a:pt x="5681" y="1"/>
                  </a:moveTo>
                  <a:lnTo>
                    <a:pt x="0" y="8043"/>
                  </a:lnTo>
                  <a:lnTo>
                    <a:pt x="30463" y="5794"/>
                  </a:lnTo>
                  <a:lnTo>
                    <a:pt x="285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68;p44">
              <a:extLst>
                <a:ext uri="{FF2B5EF4-FFF2-40B4-BE49-F238E27FC236}">
                  <a16:creationId xmlns:a16="http://schemas.microsoft.com/office/drawing/2014/main" id="{51858D56-168E-47DC-97BB-065E4DDB5822}"/>
                </a:ext>
              </a:extLst>
            </p:cNvPr>
            <p:cNvSpPr/>
            <p:nvPr/>
          </p:nvSpPr>
          <p:spPr>
            <a:xfrm>
              <a:off x="5609166" y="-1873007"/>
              <a:ext cx="355834" cy="418906"/>
            </a:xfrm>
            <a:custGeom>
              <a:avLst/>
              <a:gdLst/>
              <a:ahLst/>
              <a:cxnLst/>
              <a:rect l="l" t="t" r="r" b="b"/>
              <a:pathLst>
                <a:path w="5055" h="5951" extrusionOk="0">
                  <a:moveTo>
                    <a:pt x="1" y="0"/>
                  </a:moveTo>
                  <a:lnTo>
                    <a:pt x="1" y="5950"/>
                  </a:lnTo>
                  <a:lnTo>
                    <a:pt x="5054" y="5580"/>
                  </a:lnTo>
                  <a:lnTo>
                    <a:pt x="505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9;p44">
              <a:extLst>
                <a:ext uri="{FF2B5EF4-FFF2-40B4-BE49-F238E27FC236}">
                  <a16:creationId xmlns:a16="http://schemas.microsoft.com/office/drawing/2014/main" id="{E8064238-227C-A978-E0E3-3CFEE5EBEEA4}"/>
                </a:ext>
              </a:extLst>
            </p:cNvPr>
            <p:cNvSpPr/>
            <p:nvPr/>
          </p:nvSpPr>
          <p:spPr>
            <a:xfrm>
              <a:off x="5000982" y="-1873007"/>
              <a:ext cx="553215" cy="464027"/>
            </a:xfrm>
            <a:custGeom>
              <a:avLst/>
              <a:gdLst/>
              <a:ahLst/>
              <a:cxnLst/>
              <a:rect l="l" t="t" r="r" b="b"/>
              <a:pathLst>
                <a:path w="7859" h="6592" extrusionOk="0">
                  <a:moveTo>
                    <a:pt x="4655" y="0"/>
                  </a:moveTo>
                  <a:lnTo>
                    <a:pt x="1" y="6591"/>
                  </a:lnTo>
                  <a:lnTo>
                    <a:pt x="1" y="6591"/>
                  </a:lnTo>
                  <a:lnTo>
                    <a:pt x="7858" y="6007"/>
                  </a:lnTo>
                  <a:lnTo>
                    <a:pt x="7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70;p44">
              <a:extLst>
                <a:ext uri="{FF2B5EF4-FFF2-40B4-BE49-F238E27FC236}">
                  <a16:creationId xmlns:a16="http://schemas.microsoft.com/office/drawing/2014/main" id="{59D417D7-B0E9-3B24-AB93-263865C2C8C3}"/>
                </a:ext>
              </a:extLst>
            </p:cNvPr>
            <p:cNvSpPr/>
            <p:nvPr/>
          </p:nvSpPr>
          <p:spPr>
            <a:xfrm>
              <a:off x="4147272" y="-1648599"/>
              <a:ext cx="3265578" cy="589256"/>
            </a:xfrm>
            <a:custGeom>
              <a:avLst/>
              <a:gdLst/>
              <a:ahLst/>
              <a:cxnLst/>
              <a:rect l="l" t="t" r="r" b="b"/>
              <a:pathLst>
                <a:path w="46391" h="8371" extrusionOk="0">
                  <a:moveTo>
                    <a:pt x="1" y="1"/>
                  </a:moveTo>
                  <a:lnTo>
                    <a:pt x="3816" y="8371"/>
                  </a:lnTo>
                  <a:lnTo>
                    <a:pt x="40441" y="8371"/>
                  </a:lnTo>
                  <a:cubicBezTo>
                    <a:pt x="42662" y="8371"/>
                    <a:pt x="44584" y="6877"/>
                    <a:pt x="45138" y="4742"/>
                  </a:cubicBezTo>
                  <a:lnTo>
                    <a:pt x="46391" y="1"/>
                  </a:lnTo>
                  <a:lnTo>
                    <a:pt x="46391" y="1"/>
                  </a:lnTo>
                  <a:cubicBezTo>
                    <a:pt x="42050" y="1320"/>
                    <a:pt x="35448" y="1760"/>
                    <a:pt x="28575" y="1760"/>
                  </a:cubicBezTo>
                  <a:cubicBezTo>
                    <a:pt x="14830" y="1760"/>
                    <a:pt x="1" y="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71;p44">
              <a:extLst>
                <a:ext uri="{FF2B5EF4-FFF2-40B4-BE49-F238E27FC236}">
                  <a16:creationId xmlns:a16="http://schemas.microsoft.com/office/drawing/2014/main" id="{9B17764A-6F3D-1475-FCD7-0ED9B5D040CA}"/>
                </a:ext>
              </a:extLst>
            </p:cNvPr>
            <p:cNvSpPr/>
            <p:nvPr/>
          </p:nvSpPr>
          <p:spPr>
            <a:xfrm>
              <a:off x="4126225" y="-1669012"/>
              <a:ext cx="3307744" cy="225960"/>
            </a:xfrm>
            <a:custGeom>
              <a:avLst/>
              <a:gdLst/>
              <a:ahLst/>
              <a:cxnLst/>
              <a:rect l="l" t="t" r="r" b="b"/>
              <a:pathLst>
                <a:path w="46990" h="3210" extrusionOk="0">
                  <a:moveTo>
                    <a:pt x="46704" y="0"/>
                  </a:moveTo>
                  <a:cubicBezTo>
                    <a:pt x="46671" y="0"/>
                    <a:pt x="46637" y="7"/>
                    <a:pt x="46605" y="21"/>
                  </a:cubicBezTo>
                  <a:cubicBezTo>
                    <a:pt x="42317" y="1320"/>
                    <a:pt x="35761" y="1754"/>
                    <a:pt x="28922" y="1754"/>
                  </a:cubicBezTo>
                  <a:cubicBezTo>
                    <a:pt x="15304" y="1754"/>
                    <a:pt x="560" y="35"/>
                    <a:pt x="342" y="6"/>
                  </a:cubicBezTo>
                  <a:cubicBezTo>
                    <a:pt x="330" y="4"/>
                    <a:pt x="317" y="4"/>
                    <a:pt x="304" y="4"/>
                  </a:cubicBezTo>
                  <a:cubicBezTo>
                    <a:pt x="215" y="4"/>
                    <a:pt x="122" y="45"/>
                    <a:pt x="72" y="120"/>
                  </a:cubicBezTo>
                  <a:cubicBezTo>
                    <a:pt x="15" y="205"/>
                    <a:pt x="0" y="319"/>
                    <a:pt x="44" y="419"/>
                  </a:cubicBezTo>
                  <a:lnTo>
                    <a:pt x="456" y="1330"/>
                  </a:lnTo>
                  <a:cubicBezTo>
                    <a:pt x="499" y="1430"/>
                    <a:pt x="584" y="1486"/>
                    <a:pt x="698" y="1501"/>
                  </a:cubicBezTo>
                  <a:cubicBezTo>
                    <a:pt x="2890" y="1758"/>
                    <a:pt x="16328" y="3209"/>
                    <a:pt x="28883" y="3209"/>
                  </a:cubicBezTo>
                  <a:cubicBezTo>
                    <a:pt x="35644" y="3209"/>
                    <a:pt x="42163" y="2782"/>
                    <a:pt x="46519" y="1515"/>
                  </a:cubicBezTo>
                  <a:cubicBezTo>
                    <a:pt x="46619" y="1486"/>
                    <a:pt x="46690" y="1416"/>
                    <a:pt x="46718" y="1316"/>
                  </a:cubicBezTo>
                  <a:lnTo>
                    <a:pt x="46975" y="363"/>
                  </a:lnTo>
                  <a:cubicBezTo>
                    <a:pt x="46989" y="262"/>
                    <a:pt x="46961" y="163"/>
                    <a:pt x="46889" y="78"/>
                  </a:cubicBezTo>
                  <a:cubicBezTo>
                    <a:pt x="46841" y="29"/>
                    <a:pt x="46774" y="0"/>
                    <a:pt x="467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72;p44">
              <a:extLst>
                <a:ext uri="{FF2B5EF4-FFF2-40B4-BE49-F238E27FC236}">
                  <a16:creationId xmlns:a16="http://schemas.microsoft.com/office/drawing/2014/main" id="{A0B7C110-A4BE-3D37-21E6-5981D0809482}"/>
                </a:ext>
              </a:extLst>
            </p:cNvPr>
            <p:cNvSpPr/>
            <p:nvPr/>
          </p:nvSpPr>
          <p:spPr>
            <a:xfrm>
              <a:off x="5231445" y="-1982185"/>
              <a:ext cx="1728488" cy="118259"/>
            </a:xfrm>
            <a:custGeom>
              <a:avLst/>
              <a:gdLst/>
              <a:ahLst/>
              <a:cxnLst/>
              <a:rect l="l" t="t" r="r" b="b"/>
              <a:pathLst>
                <a:path w="24555" h="1680" extrusionOk="0">
                  <a:moveTo>
                    <a:pt x="1" y="0"/>
                  </a:moveTo>
                  <a:lnTo>
                    <a:pt x="1" y="1680"/>
                  </a:lnTo>
                  <a:lnTo>
                    <a:pt x="24555" y="1680"/>
                  </a:lnTo>
                  <a:lnTo>
                    <a:pt x="245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73;p44">
              <a:extLst>
                <a:ext uri="{FF2B5EF4-FFF2-40B4-BE49-F238E27FC236}">
                  <a16:creationId xmlns:a16="http://schemas.microsoft.com/office/drawing/2014/main" id="{677DCBD5-77A1-98A4-547E-454154A47C36}"/>
                </a:ext>
              </a:extLst>
            </p:cNvPr>
            <p:cNvSpPr/>
            <p:nvPr/>
          </p:nvSpPr>
          <p:spPr>
            <a:xfrm>
              <a:off x="6490963" y="-1850975"/>
              <a:ext cx="237575" cy="237575"/>
            </a:xfrm>
            <a:custGeom>
              <a:avLst/>
              <a:gdLst/>
              <a:ahLst/>
              <a:cxnLst/>
              <a:rect l="l" t="t" r="r" b="b"/>
              <a:pathLst>
                <a:path w="3375" h="3375" extrusionOk="0">
                  <a:moveTo>
                    <a:pt x="1680" y="627"/>
                  </a:moveTo>
                  <a:cubicBezTo>
                    <a:pt x="2264" y="627"/>
                    <a:pt x="2733" y="1111"/>
                    <a:pt x="2733" y="1695"/>
                  </a:cubicBezTo>
                  <a:cubicBezTo>
                    <a:pt x="2733" y="2264"/>
                    <a:pt x="2264" y="2748"/>
                    <a:pt x="1680" y="2748"/>
                  </a:cubicBezTo>
                  <a:cubicBezTo>
                    <a:pt x="1097" y="2748"/>
                    <a:pt x="626" y="2264"/>
                    <a:pt x="626" y="1695"/>
                  </a:cubicBezTo>
                  <a:cubicBezTo>
                    <a:pt x="626" y="1111"/>
                    <a:pt x="1097" y="627"/>
                    <a:pt x="1680" y="627"/>
                  </a:cubicBezTo>
                  <a:close/>
                  <a:moveTo>
                    <a:pt x="1680" y="0"/>
                  </a:moveTo>
                  <a:cubicBezTo>
                    <a:pt x="755" y="0"/>
                    <a:pt x="0" y="755"/>
                    <a:pt x="0" y="1695"/>
                  </a:cubicBezTo>
                  <a:cubicBezTo>
                    <a:pt x="0" y="2620"/>
                    <a:pt x="755" y="3375"/>
                    <a:pt x="1680" y="3375"/>
                  </a:cubicBezTo>
                  <a:cubicBezTo>
                    <a:pt x="2619" y="3375"/>
                    <a:pt x="3374" y="2620"/>
                    <a:pt x="3374" y="1695"/>
                  </a:cubicBezTo>
                  <a:cubicBezTo>
                    <a:pt x="3374" y="755"/>
                    <a:pt x="2619" y="0"/>
                    <a:pt x="16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74;p44">
              <a:extLst>
                <a:ext uri="{FF2B5EF4-FFF2-40B4-BE49-F238E27FC236}">
                  <a16:creationId xmlns:a16="http://schemas.microsoft.com/office/drawing/2014/main" id="{3D7549FF-E704-B553-E0CF-0BAFFC379DB5}"/>
                </a:ext>
              </a:extLst>
            </p:cNvPr>
            <p:cNvSpPr/>
            <p:nvPr/>
          </p:nvSpPr>
          <p:spPr>
            <a:xfrm>
              <a:off x="6614218" y="-1850975"/>
              <a:ext cx="114317" cy="119315"/>
            </a:xfrm>
            <a:custGeom>
              <a:avLst/>
              <a:gdLst/>
              <a:ahLst/>
              <a:cxnLst/>
              <a:rect l="l" t="t" r="r" b="b"/>
              <a:pathLst>
                <a:path w="1624" h="1695" extrusionOk="0">
                  <a:moveTo>
                    <a:pt x="1" y="0"/>
                  </a:moveTo>
                  <a:lnTo>
                    <a:pt x="1" y="641"/>
                  </a:lnTo>
                  <a:cubicBezTo>
                    <a:pt x="555" y="670"/>
                    <a:pt x="982" y="1125"/>
                    <a:pt x="982" y="1695"/>
                  </a:cubicBezTo>
                  <a:lnTo>
                    <a:pt x="1623" y="1695"/>
                  </a:lnTo>
                  <a:cubicBezTo>
                    <a:pt x="1623" y="784"/>
                    <a:pt x="897" y="44"/>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75;p44">
              <a:extLst>
                <a:ext uri="{FF2B5EF4-FFF2-40B4-BE49-F238E27FC236}">
                  <a16:creationId xmlns:a16="http://schemas.microsoft.com/office/drawing/2014/main" id="{1AF32B53-FF6F-FA40-32B1-882A091DE2BB}"/>
                </a:ext>
              </a:extLst>
            </p:cNvPr>
            <p:cNvSpPr/>
            <p:nvPr/>
          </p:nvSpPr>
          <p:spPr>
            <a:xfrm>
              <a:off x="6490963" y="-1731731"/>
              <a:ext cx="123328" cy="118330"/>
            </a:xfrm>
            <a:custGeom>
              <a:avLst/>
              <a:gdLst/>
              <a:ahLst/>
              <a:cxnLst/>
              <a:rect l="l" t="t" r="r" b="b"/>
              <a:pathLst>
                <a:path w="1752" h="1681" extrusionOk="0">
                  <a:moveTo>
                    <a:pt x="0" y="1"/>
                  </a:moveTo>
                  <a:cubicBezTo>
                    <a:pt x="0" y="926"/>
                    <a:pt x="755" y="1681"/>
                    <a:pt x="1680" y="1681"/>
                  </a:cubicBezTo>
                  <a:lnTo>
                    <a:pt x="1752" y="1681"/>
                  </a:lnTo>
                  <a:lnTo>
                    <a:pt x="1752" y="1039"/>
                  </a:lnTo>
                  <a:cubicBezTo>
                    <a:pt x="1723" y="1039"/>
                    <a:pt x="1708" y="1054"/>
                    <a:pt x="1680" y="1054"/>
                  </a:cubicBezTo>
                  <a:cubicBezTo>
                    <a:pt x="1097" y="1054"/>
                    <a:pt x="626" y="570"/>
                    <a:pt x="6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76;p44">
              <a:extLst>
                <a:ext uri="{FF2B5EF4-FFF2-40B4-BE49-F238E27FC236}">
                  <a16:creationId xmlns:a16="http://schemas.microsoft.com/office/drawing/2014/main" id="{70B57C35-EEF5-8E62-3431-541219F7250C}"/>
                </a:ext>
              </a:extLst>
            </p:cNvPr>
            <p:cNvSpPr/>
            <p:nvPr/>
          </p:nvSpPr>
          <p:spPr>
            <a:xfrm>
              <a:off x="4815571" y="-1312901"/>
              <a:ext cx="75250" cy="75250"/>
            </a:xfrm>
            <a:custGeom>
              <a:avLst/>
              <a:gdLst/>
              <a:ahLst/>
              <a:cxnLst/>
              <a:rect l="l" t="t" r="r" b="b"/>
              <a:pathLst>
                <a:path w="1069" h="1069" extrusionOk="0">
                  <a:moveTo>
                    <a:pt x="542" y="1"/>
                  </a:moveTo>
                  <a:cubicBezTo>
                    <a:pt x="243" y="1"/>
                    <a:pt x="1" y="242"/>
                    <a:pt x="1" y="527"/>
                  </a:cubicBezTo>
                  <a:cubicBezTo>
                    <a:pt x="1" y="827"/>
                    <a:pt x="243" y="1068"/>
                    <a:pt x="542" y="1068"/>
                  </a:cubicBezTo>
                  <a:cubicBezTo>
                    <a:pt x="841" y="1068"/>
                    <a:pt x="1069" y="827"/>
                    <a:pt x="1069" y="527"/>
                  </a:cubicBezTo>
                  <a:cubicBezTo>
                    <a:pt x="1069" y="242"/>
                    <a:pt x="841" y="1"/>
                    <a:pt x="5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77;p44">
              <a:extLst>
                <a:ext uri="{FF2B5EF4-FFF2-40B4-BE49-F238E27FC236}">
                  <a16:creationId xmlns:a16="http://schemas.microsoft.com/office/drawing/2014/main" id="{D6EA2470-033E-4B86-0393-2BDDBED5727A}"/>
                </a:ext>
              </a:extLst>
            </p:cNvPr>
            <p:cNvSpPr/>
            <p:nvPr/>
          </p:nvSpPr>
          <p:spPr>
            <a:xfrm>
              <a:off x="5051101" y="-1312901"/>
              <a:ext cx="75179" cy="75250"/>
            </a:xfrm>
            <a:custGeom>
              <a:avLst/>
              <a:gdLst/>
              <a:ahLst/>
              <a:cxnLst/>
              <a:rect l="l" t="t" r="r" b="b"/>
              <a:pathLst>
                <a:path w="1068" h="1069" extrusionOk="0">
                  <a:moveTo>
                    <a:pt x="541" y="1"/>
                  </a:moveTo>
                  <a:cubicBezTo>
                    <a:pt x="242" y="1"/>
                    <a:pt x="0" y="242"/>
                    <a:pt x="0" y="527"/>
                  </a:cubicBezTo>
                  <a:cubicBezTo>
                    <a:pt x="0" y="827"/>
                    <a:pt x="242" y="1068"/>
                    <a:pt x="541" y="1068"/>
                  </a:cubicBezTo>
                  <a:cubicBezTo>
                    <a:pt x="840" y="1068"/>
                    <a:pt x="1067" y="827"/>
                    <a:pt x="1067" y="527"/>
                  </a:cubicBezTo>
                  <a:cubicBezTo>
                    <a:pt x="1067" y="242"/>
                    <a:pt x="840" y="1"/>
                    <a:pt x="5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78;p44">
              <a:extLst>
                <a:ext uri="{FF2B5EF4-FFF2-40B4-BE49-F238E27FC236}">
                  <a16:creationId xmlns:a16="http://schemas.microsoft.com/office/drawing/2014/main" id="{BC03BA2A-5903-265A-09D7-0BFAC4EBF301}"/>
                </a:ext>
              </a:extLst>
            </p:cNvPr>
            <p:cNvSpPr/>
            <p:nvPr/>
          </p:nvSpPr>
          <p:spPr>
            <a:xfrm>
              <a:off x="5286561" y="-1312901"/>
              <a:ext cx="75250" cy="75250"/>
            </a:xfrm>
            <a:custGeom>
              <a:avLst/>
              <a:gdLst/>
              <a:ahLst/>
              <a:cxnLst/>
              <a:rect l="l" t="t" r="r" b="b"/>
              <a:pathLst>
                <a:path w="1069" h="1069" extrusionOk="0">
                  <a:moveTo>
                    <a:pt x="541" y="1"/>
                  </a:moveTo>
                  <a:cubicBezTo>
                    <a:pt x="243" y="1"/>
                    <a:pt x="0" y="242"/>
                    <a:pt x="0" y="527"/>
                  </a:cubicBezTo>
                  <a:cubicBezTo>
                    <a:pt x="0" y="827"/>
                    <a:pt x="243" y="1068"/>
                    <a:pt x="541" y="1068"/>
                  </a:cubicBezTo>
                  <a:cubicBezTo>
                    <a:pt x="840" y="1068"/>
                    <a:pt x="1068" y="827"/>
                    <a:pt x="1068" y="527"/>
                  </a:cubicBezTo>
                  <a:cubicBezTo>
                    <a:pt x="1068" y="242"/>
                    <a:pt x="840" y="1"/>
                    <a:pt x="5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9;p44">
              <a:extLst>
                <a:ext uri="{FF2B5EF4-FFF2-40B4-BE49-F238E27FC236}">
                  <a16:creationId xmlns:a16="http://schemas.microsoft.com/office/drawing/2014/main" id="{1D9D802C-3C55-A756-7CE3-7ABF3828267C}"/>
                </a:ext>
              </a:extLst>
            </p:cNvPr>
            <p:cNvSpPr/>
            <p:nvPr/>
          </p:nvSpPr>
          <p:spPr>
            <a:xfrm>
              <a:off x="5522021" y="-1312901"/>
              <a:ext cx="75179" cy="75250"/>
            </a:xfrm>
            <a:custGeom>
              <a:avLst/>
              <a:gdLst/>
              <a:ahLst/>
              <a:cxnLst/>
              <a:rect l="l" t="t" r="r" b="b"/>
              <a:pathLst>
                <a:path w="1068" h="1069" extrusionOk="0">
                  <a:moveTo>
                    <a:pt x="542" y="1"/>
                  </a:moveTo>
                  <a:cubicBezTo>
                    <a:pt x="242" y="1"/>
                    <a:pt x="1" y="242"/>
                    <a:pt x="1" y="527"/>
                  </a:cubicBezTo>
                  <a:cubicBezTo>
                    <a:pt x="1" y="827"/>
                    <a:pt x="242" y="1068"/>
                    <a:pt x="542" y="1068"/>
                  </a:cubicBezTo>
                  <a:cubicBezTo>
                    <a:pt x="840" y="1068"/>
                    <a:pt x="1068" y="827"/>
                    <a:pt x="1068" y="527"/>
                  </a:cubicBezTo>
                  <a:cubicBezTo>
                    <a:pt x="1068" y="242"/>
                    <a:pt x="840" y="1"/>
                    <a:pt x="5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0"/>
        <p:cNvGrpSpPr/>
        <p:nvPr/>
      </p:nvGrpSpPr>
      <p:grpSpPr>
        <a:xfrm>
          <a:off x="0" y="0"/>
          <a:ext cx="0" cy="0"/>
          <a:chOff x="0" y="0"/>
          <a:chExt cx="0" cy="0"/>
        </a:xfrm>
      </p:grpSpPr>
      <p:sp>
        <p:nvSpPr>
          <p:cNvPr id="1359" name="Google Shape;1359;p74"/>
          <p:cNvSpPr txBox="1">
            <a:spLocks noGrp="1"/>
          </p:cNvSpPr>
          <p:nvPr>
            <p:ph type="title"/>
          </p:nvPr>
        </p:nvSpPr>
        <p:spPr>
          <a:xfrm>
            <a:off x="582735" y="1749786"/>
            <a:ext cx="7710900" cy="11565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 sz="7200" dirty="0"/>
              <a:t>Thanks!</a:t>
            </a:r>
            <a:endParaRPr sz="7200" dirty="0"/>
          </a:p>
        </p:txBody>
      </p:sp>
    </p:spTree>
  </p:cSld>
  <p:clrMapOvr>
    <a:masterClrMapping/>
  </p:clrMapOvr>
</p:sld>
</file>

<file path=ppt/theme/theme1.xml><?xml version="1.0" encoding="utf-8"?>
<a:theme xmlns:a="http://schemas.openxmlformats.org/drawingml/2006/main" name="Ship Types &amp; Classification Class by Slidesgo">
  <a:themeElements>
    <a:clrScheme name="Simple Light">
      <a:dk1>
        <a:srgbClr val="191919"/>
      </a:dk1>
      <a:lt1>
        <a:srgbClr val="62D8F4"/>
      </a:lt1>
      <a:dk2>
        <a:srgbClr val="EFD8A8"/>
      </a:dk2>
      <a:lt2>
        <a:srgbClr val="F6A41C"/>
      </a:lt2>
      <a:accent1>
        <a:srgbClr val="924424"/>
      </a:accent1>
      <a:accent2>
        <a:srgbClr val="DBD7D8"/>
      </a:accent2>
      <a:accent3>
        <a:srgbClr val="857A7C"/>
      </a:accent3>
      <a:accent4>
        <a:srgbClr val="D61F2B"/>
      </a:accent4>
      <a:accent5>
        <a:srgbClr val="104460"/>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350</Words>
  <Application>Microsoft Office PowerPoint</Application>
  <PresentationFormat>On-screen Show (16:9)</PresentationFormat>
  <Paragraphs>30</Paragraphs>
  <Slides>7</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Bahnschrift</vt:lpstr>
      <vt:lpstr>Georgia Pro Condensed</vt:lpstr>
      <vt:lpstr>Lato</vt:lpstr>
      <vt:lpstr>Cooper Black</vt:lpstr>
      <vt:lpstr>Titan One</vt:lpstr>
      <vt:lpstr>Helvetica World Bold</vt:lpstr>
      <vt:lpstr>Helvetica World</vt:lpstr>
      <vt:lpstr>Arial</vt:lpstr>
      <vt:lpstr>Ship Types &amp; Classification Class by Slidesgo</vt:lpstr>
      <vt:lpstr>Console Based Battleship Game</vt:lpstr>
      <vt:lpstr>Game Objective   </vt:lpstr>
      <vt:lpstr>Overview</vt:lpstr>
      <vt:lpstr>System Architecture</vt:lpstr>
      <vt:lpstr>PowerPoint Presentation</vt:lpstr>
      <vt:lpstr>Input Validation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KAVYA JAIN</dc:creator>
  <cp:lastModifiedBy>KAVYA JAIN</cp:lastModifiedBy>
  <cp:revision>2</cp:revision>
  <dcterms:modified xsi:type="dcterms:W3CDTF">2025-11-08T15:57:46Z</dcterms:modified>
</cp:coreProperties>
</file>